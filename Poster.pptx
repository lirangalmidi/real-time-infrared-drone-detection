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35999738" cy="25199975"/>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5016" autoAdjust="0"/>
    <p:restoredTop sz="94660"/>
  </p:normalViewPr>
  <p:slideViewPr>
    <p:cSldViewPr snapToGrid="0">
      <p:cViewPr varScale="1">
        <p:scale>
          <a:sx n="22" d="100"/>
          <a:sy n="22" d="100"/>
        </p:scale>
        <p:origin x="1776"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699981" y="4124164"/>
            <a:ext cx="30599777" cy="8773325"/>
          </a:xfrm>
        </p:spPr>
        <p:txBody>
          <a:bodyPr anchor="b"/>
          <a:lstStyle>
            <a:lvl1pPr algn="ctr">
              <a:defRPr sz="22047"/>
            </a:lvl1pPr>
          </a:lstStyle>
          <a:p>
            <a:r>
              <a:rPr lang="en-US"/>
              <a:t>Click to edit Master title style</a:t>
            </a:r>
            <a:endParaRPr lang="en-US" dirty="0"/>
          </a:p>
        </p:txBody>
      </p:sp>
      <p:sp>
        <p:nvSpPr>
          <p:cNvPr id="3" name="Subtitle 2"/>
          <p:cNvSpPr>
            <a:spLocks noGrp="1"/>
          </p:cNvSpPr>
          <p:nvPr>
            <p:ph type="subTitle" idx="1"/>
          </p:nvPr>
        </p:nvSpPr>
        <p:spPr>
          <a:xfrm>
            <a:off x="4499967" y="13235822"/>
            <a:ext cx="26999804" cy="6084159"/>
          </a:xfrm>
        </p:spPr>
        <p:txBody>
          <a:bodyPr/>
          <a:lstStyle>
            <a:lvl1pPr marL="0" indent="0" algn="ctr">
              <a:buNone/>
              <a:defRPr sz="8819"/>
            </a:lvl1pPr>
            <a:lvl2pPr marL="1679981" indent="0" algn="ctr">
              <a:buNone/>
              <a:defRPr sz="7349"/>
            </a:lvl2pPr>
            <a:lvl3pPr marL="3359963" indent="0" algn="ctr">
              <a:buNone/>
              <a:defRPr sz="6614"/>
            </a:lvl3pPr>
            <a:lvl4pPr marL="5039944" indent="0" algn="ctr">
              <a:buNone/>
              <a:defRPr sz="5879"/>
            </a:lvl4pPr>
            <a:lvl5pPr marL="6719926" indent="0" algn="ctr">
              <a:buNone/>
              <a:defRPr sz="5879"/>
            </a:lvl5pPr>
            <a:lvl6pPr marL="8399907" indent="0" algn="ctr">
              <a:buNone/>
              <a:defRPr sz="5879"/>
            </a:lvl6pPr>
            <a:lvl7pPr marL="10079888" indent="0" algn="ctr">
              <a:buNone/>
              <a:defRPr sz="5879"/>
            </a:lvl7pPr>
            <a:lvl8pPr marL="11759870" indent="0" algn="ctr">
              <a:buNone/>
              <a:defRPr sz="5879"/>
            </a:lvl8pPr>
            <a:lvl9pPr marL="13439851" indent="0" algn="ctr">
              <a:buNone/>
              <a:defRPr sz="587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BC92114-2DE2-4DBD-88F5-EC34E326FC88}" type="datetimeFigureOut">
              <a:rPr lang="he-IL" smtClean="0"/>
              <a:t>ב'/שבט/תשפ"ה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DD434CA-3CA3-4A85-ABB2-6FF697A4952A}" type="slidenum">
              <a:rPr lang="he-IL" smtClean="0"/>
              <a:t>‹#›</a:t>
            </a:fld>
            <a:endParaRPr lang="he-IL"/>
          </a:p>
        </p:txBody>
      </p:sp>
    </p:spTree>
    <p:extLst>
      <p:ext uri="{BB962C8B-B14F-4D97-AF65-F5344CB8AC3E}">
        <p14:creationId xmlns:p14="http://schemas.microsoft.com/office/powerpoint/2010/main" val="621366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C92114-2DE2-4DBD-88F5-EC34E326FC88}" type="datetimeFigureOut">
              <a:rPr lang="he-IL" smtClean="0"/>
              <a:t>ב'/שבט/תשפ"ה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DD434CA-3CA3-4A85-ABB2-6FF697A4952A}" type="slidenum">
              <a:rPr lang="he-IL" smtClean="0"/>
              <a:t>‹#›</a:t>
            </a:fld>
            <a:endParaRPr lang="he-IL"/>
          </a:p>
        </p:txBody>
      </p:sp>
    </p:spTree>
    <p:extLst>
      <p:ext uri="{BB962C8B-B14F-4D97-AF65-F5344CB8AC3E}">
        <p14:creationId xmlns:p14="http://schemas.microsoft.com/office/powerpoint/2010/main" val="3508648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56234" y="6282501"/>
            <a:ext cx="31049774" cy="10482488"/>
          </a:xfrm>
        </p:spPr>
        <p:txBody>
          <a:bodyPr anchor="b"/>
          <a:lstStyle>
            <a:lvl1pPr>
              <a:defRPr sz="22047"/>
            </a:lvl1pPr>
          </a:lstStyle>
          <a:p>
            <a:r>
              <a:rPr lang="en-US"/>
              <a:t>Click to edit Master title style</a:t>
            </a:r>
            <a:endParaRPr lang="en-US" dirty="0"/>
          </a:p>
        </p:txBody>
      </p:sp>
      <p:sp>
        <p:nvSpPr>
          <p:cNvPr id="3" name="Text Placeholder 2"/>
          <p:cNvSpPr>
            <a:spLocks noGrp="1"/>
          </p:cNvSpPr>
          <p:nvPr>
            <p:ph type="body" idx="1"/>
          </p:nvPr>
        </p:nvSpPr>
        <p:spPr>
          <a:xfrm>
            <a:off x="2456234" y="16864157"/>
            <a:ext cx="31049774" cy="5512493"/>
          </a:xfrm>
        </p:spPr>
        <p:txBody>
          <a:bodyPr/>
          <a:lstStyle>
            <a:lvl1pPr marL="0" indent="0">
              <a:buNone/>
              <a:defRPr sz="8819">
                <a:solidFill>
                  <a:schemeClr val="tx1"/>
                </a:solidFill>
              </a:defRPr>
            </a:lvl1pPr>
            <a:lvl2pPr marL="1679981" indent="0">
              <a:buNone/>
              <a:defRPr sz="7349">
                <a:solidFill>
                  <a:schemeClr val="tx1">
                    <a:tint val="75000"/>
                  </a:schemeClr>
                </a:solidFill>
              </a:defRPr>
            </a:lvl2pPr>
            <a:lvl3pPr marL="3359963" indent="0">
              <a:buNone/>
              <a:defRPr sz="6614">
                <a:solidFill>
                  <a:schemeClr val="tx1">
                    <a:tint val="75000"/>
                  </a:schemeClr>
                </a:solidFill>
              </a:defRPr>
            </a:lvl3pPr>
            <a:lvl4pPr marL="5039944" indent="0">
              <a:buNone/>
              <a:defRPr sz="5879">
                <a:solidFill>
                  <a:schemeClr val="tx1">
                    <a:tint val="75000"/>
                  </a:schemeClr>
                </a:solidFill>
              </a:defRPr>
            </a:lvl4pPr>
            <a:lvl5pPr marL="6719926" indent="0">
              <a:buNone/>
              <a:defRPr sz="5879">
                <a:solidFill>
                  <a:schemeClr val="tx1">
                    <a:tint val="75000"/>
                  </a:schemeClr>
                </a:solidFill>
              </a:defRPr>
            </a:lvl5pPr>
            <a:lvl6pPr marL="8399907" indent="0">
              <a:buNone/>
              <a:defRPr sz="5879">
                <a:solidFill>
                  <a:schemeClr val="tx1">
                    <a:tint val="75000"/>
                  </a:schemeClr>
                </a:solidFill>
              </a:defRPr>
            </a:lvl6pPr>
            <a:lvl7pPr marL="10079888" indent="0">
              <a:buNone/>
              <a:defRPr sz="5879">
                <a:solidFill>
                  <a:schemeClr val="tx1">
                    <a:tint val="75000"/>
                  </a:schemeClr>
                </a:solidFill>
              </a:defRPr>
            </a:lvl7pPr>
            <a:lvl8pPr marL="11759870" indent="0">
              <a:buNone/>
              <a:defRPr sz="5879">
                <a:solidFill>
                  <a:schemeClr val="tx1">
                    <a:tint val="75000"/>
                  </a:schemeClr>
                </a:solidFill>
              </a:defRPr>
            </a:lvl8pPr>
            <a:lvl9pPr marL="13439851" indent="0">
              <a:buNone/>
              <a:defRPr sz="587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BC92114-2DE2-4DBD-88F5-EC34E326FC88}" type="datetimeFigureOut">
              <a:rPr lang="he-IL" smtClean="0"/>
              <a:t>ב'/שבט/תשפ"ה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DD434CA-3CA3-4A85-ABB2-6FF697A4952A}" type="slidenum">
              <a:rPr lang="he-IL" smtClean="0"/>
              <a:t>‹#›</a:t>
            </a:fld>
            <a:endParaRPr lang="he-IL"/>
          </a:p>
        </p:txBody>
      </p:sp>
    </p:spTree>
    <p:extLst>
      <p:ext uri="{BB962C8B-B14F-4D97-AF65-F5344CB8AC3E}">
        <p14:creationId xmlns:p14="http://schemas.microsoft.com/office/powerpoint/2010/main" val="1666561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474982" y="6708326"/>
            <a:ext cx="15299889" cy="159891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224867" y="6708326"/>
            <a:ext cx="15299889" cy="159891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C92114-2DE2-4DBD-88F5-EC34E326FC88}" type="datetimeFigureOut">
              <a:rPr lang="he-IL" smtClean="0"/>
              <a:t>ב'/שבט/תשפ"ה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7DD434CA-3CA3-4A85-ABB2-6FF697A4952A}" type="slidenum">
              <a:rPr lang="he-IL" smtClean="0"/>
              <a:t>‹#›</a:t>
            </a:fld>
            <a:endParaRPr lang="he-IL"/>
          </a:p>
        </p:txBody>
      </p:sp>
    </p:spTree>
    <p:extLst>
      <p:ext uri="{BB962C8B-B14F-4D97-AF65-F5344CB8AC3E}">
        <p14:creationId xmlns:p14="http://schemas.microsoft.com/office/powerpoint/2010/main" val="1281863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79671" y="1341671"/>
            <a:ext cx="31049774" cy="4870830"/>
          </a:xfrm>
        </p:spPr>
        <p:txBody>
          <a:bodyPr/>
          <a:lstStyle/>
          <a:p>
            <a:r>
              <a:rPr lang="en-US"/>
              <a:t>Click to edit Master title style</a:t>
            </a:r>
            <a:endParaRPr lang="en-US" dirty="0"/>
          </a:p>
        </p:txBody>
      </p:sp>
      <p:sp>
        <p:nvSpPr>
          <p:cNvPr id="3" name="Text Placeholder 2"/>
          <p:cNvSpPr>
            <a:spLocks noGrp="1"/>
          </p:cNvSpPr>
          <p:nvPr>
            <p:ph type="body" idx="1"/>
          </p:nvPr>
        </p:nvSpPr>
        <p:spPr>
          <a:xfrm>
            <a:off x="2479675" y="6177496"/>
            <a:ext cx="15229574" cy="3027495"/>
          </a:xfrm>
        </p:spPr>
        <p:txBody>
          <a:bodyPr anchor="b"/>
          <a:lstStyle>
            <a:lvl1pPr marL="0" indent="0">
              <a:buNone/>
              <a:defRPr sz="8819" b="1"/>
            </a:lvl1pPr>
            <a:lvl2pPr marL="1679981" indent="0">
              <a:buNone/>
              <a:defRPr sz="7349" b="1"/>
            </a:lvl2pPr>
            <a:lvl3pPr marL="3359963" indent="0">
              <a:buNone/>
              <a:defRPr sz="6614" b="1"/>
            </a:lvl3pPr>
            <a:lvl4pPr marL="5039944" indent="0">
              <a:buNone/>
              <a:defRPr sz="5879" b="1"/>
            </a:lvl4pPr>
            <a:lvl5pPr marL="6719926" indent="0">
              <a:buNone/>
              <a:defRPr sz="5879" b="1"/>
            </a:lvl5pPr>
            <a:lvl6pPr marL="8399907" indent="0">
              <a:buNone/>
              <a:defRPr sz="5879" b="1"/>
            </a:lvl6pPr>
            <a:lvl7pPr marL="10079888" indent="0">
              <a:buNone/>
              <a:defRPr sz="5879" b="1"/>
            </a:lvl7pPr>
            <a:lvl8pPr marL="11759870" indent="0">
              <a:buNone/>
              <a:defRPr sz="5879" b="1"/>
            </a:lvl8pPr>
            <a:lvl9pPr marL="13439851" indent="0">
              <a:buNone/>
              <a:defRPr sz="5879" b="1"/>
            </a:lvl9pPr>
          </a:lstStyle>
          <a:p>
            <a:pPr lvl="0"/>
            <a:r>
              <a:rPr lang="en-US"/>
              <a:t>Edit Master text styles</a:t>
            </a:r>
          </a:p>
        </p:txBody>
      </p:sp>
      <p:sp>
        <p:nvSpPr>
          <p:cNvPr id="4" name="Content Placeholder 3"/>
          <p:cNvSpPr>
            <a:spLocks noGrp="1"/>
          </p:cNvSpPr>
          <p:nvPr>
            <p:ph sz="half" idx="2"/>
          </p:nvPr>
        </p:nvSpPr>
        <p:spPr>
          <a:xfrm>
            <a:off x="2479675" y="9204991"/>
            <a:ext cx="15229574" cy="135391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224869" y="6177496"/>
            <a:ext cx="15304578" cy="3027495"/>
          </a:xfrm>
        </p:spPr>
        <p:txBody>
          <a:bodyPr anchor="b"/>
          <a:lstStyle>
            <a:lvl1pPr marL="0" indent="0">
              <a:buNone/>
              <a:defRPr sz="8819" b="1"/>
            </a:lvl1pPr>
            <a:lvl2pPr marL="1679981" indent="0">
              <a:buNone/>
              <a:defRPr sz="7349" b="1"/>
            </a:lvl2pPr>
            <a:lvl3pPr marL="3359963" indent="0">
              <a:buNone/>
              <a:defRPr sz="6614" b="1"/>
            </a:lvl3pPr>
            <a:lvl4pPr marL="5039944" indent="0">
              <a:buNone/>
              <a:defRPr sz="5879" b="1"/>
            </a:lvl4pPr>
            <a:lvl5pPr marL="6719926" indent="0">
              <a:buNone/>
              <a:defRPr sz="5879" b="1"/>
            </a:lvl5pPr>
            <a:lvl6pPr marL="8399907" indent="0">
              <a:buNone/>
              <a:defRPr sz="5879" b="1"/>
            </a:lvl6pPr>
            <a:lvl7pPr marL="10079888" indent="0">
              <a:buNone/>
              <a:defRPr sz="5879" b="1"/>
            </a:lvl7pPr>
            <a:lvl8pPr marL="11759870" indent="0">
              <a:buNone/>
              <a:defRPr sz="5879" b="1"/>
            </a:lvl8pPr>
            <a:lvl9pPr marL="13439851" indent="0">
              <a:buNone/>
              <a:defRPr sz="5879" b="1"/>
            </a:lvl9pPr>
          </a:lstStyle>
          <a:p>
            <a:pPr lvl="0"/>
            <a:r>
              <a:rPr lang="en-US"/>
              <a:t>Edit Master text styles</a:t>
            </a:r>
          </a:p>
        </p:txBody>
      </p:sp>
      <p:sp>
        <p:nvSpPr>
          <p:cNvPr id="6" name="Content Placeholder 5"/>
          <p:cNvSpPr>
            <a:spLocks noGrp="1"/>
          </p:cNvSpPr>
          <p:nvPr>
            <p:ph sz="quarter" idx="4"/>
          </p:nvPr>
        </p:nvSpPr>
        <p:spPr>
          <a:xfrm>
            <a:off x="18224869" y="9204991"/>
            <a:ext cx="15304578" cy="135391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BC92114-2DE2-4DBD-88F5-EC34E326FC88}" type="datetimeFigureOut">
              <a:rPr lang="he-IL" smtClean="0"/>
              <a:t>ב'/שבט/תשפ"ה</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7DD434CA-3CA3-4A85-ABB2-6FF697A4952A}" type="slidenum">
              <a:rPr lang="he-IL" smtClean="0"/>
              <a:t>‹#›</a:t>
            </a:fld>
            <a:endParaRPr lang="he-IL"/>
          </a:p>
        </p:txBody>
      </p:sp>
    </p:spTree>
    <p:extLst>
      <p:ext uri="{BB962C8B-B14F-4D97-AF65-F5344CB8AC3E}">
        <p14:creationId xmlns:p14="http://schemas.microsoft.com/office/powerpoint/2010/main" val="3355677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BC92114-2DE2-4DBD-88F5-EC34E326FC88}" type="datetimeFigureOut">
              <a:rPr lang="he-IL" smtClean="0"/>
              <a:t>ב'/שבט/תשפ"ה</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7DD434CA-3CA3-4A85-ABB2-6FF697A4952A}" type="slidenum">
              <a:rPr lang="he-IL" smtClean="0"/>
              <a:t>‹#›</a:t>
            </a:fld>
            <a:endParaRPr lang="he-IL"/>
          </a:p>
        </p:txBody>
      </p:sp>
    </p:spTree>
    <p:extLst>
      <p:ext uri="{BB962C8B-B14F-4D97-AF65-F5344CB8AC3E}">
        <p14:creationId xmlns:p14="http://schemas.microsoft.com/office/powerpoint/2010/main" val="2907759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C92114-2DE2-4DBD-88F5-EC34E326FC88}" type="datetimeFigureOut">
              <a:rPr lang="he-IL" smtClean="0"/>
              <a:t>ב'/שבט/תשפ"ה</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7DD434CA-3CA3-4A85-ABB2-6FF697A4952A}" type="slidenum">
              <a:rPr lang="he-IL" smtClean="0"/>
              <a:t>‹#›</a:t>
            </a:fld>
            <a:endParaRPr lang="he-IL"/>
          </a:p>
        </p:txBody>
      </p:sp>
    </p:spTree>
    <p:extLst>
      <p:ext uri="{BB962C8B-B14F-4D97-AF65-F5344CB8AC3E}">
        <p14:creationId xmlns:p14="http://schemas.microsoft.com/office/powerpoint/2010/main" val="4135601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79671" y="1679998"/>
            <a:ext cx="11610853" cy="5879994"/>
          </a:xfrm>
        </p:spPr>
        <p:txBody>
          <a:bodyPr anchor="b"/>
          <a:lstStyle>
            <a:lvl1pPr>
              <a:defRPr sz="11758"/>
            </a:lvl1pPr>
          </a:lstStyle>
          <a:p>
            <a:r>
              <a:rPr lang="en-US"/>
              <a:t>Click to edit Master title style</a:t>
            </a:r>
            <a:endParaRPr lang="en-US" dirty="0"/>
          </a:p>
        </p:txBody>
      </p:sp>
      <p:sp>
        <p:nvSpPr>
          <p:cNvPr id="3" name="Content Placeholder 2"/>
          <p:cNvSpPr>
            <a:spLocks noGrp="1"/>
          </p:cNvSpPr>
          <p:nvPr>
            <p:ph idx="1"/>
          </p:nvPr>
        </p:nvSpPr>
        <p:spPr>
          <a:xfrm>
            <a:off x="15304578" y="3628335"/>
            <a:ext cx="18224867" cy="17908316"/>
          </a:xfrm>
        </p:spPr>
        <p:txBody>
          <a:bodyPr/>
          <a:lstStyle>
            <a:lvl1pPr>
              <a:defRPr sz="11758"/>
            </a:lvl1pPr>
            <a:lvl2pPr>
              <a:defRPr sz="10289"/>
            </a:lvl2pPr>
            <a:lvl3pPr>
              <a:defRPr sz="8819"/>
            </a:lvl3pPr>
            <a:lvl4pPr>
              <a:defRPr sz="7349"/>
            </a:lvl4pPr>
            <a:lvl5pPr>
              <a:defRPr sz="7349"/>
            </a:lvl5pPr>
            <a:lvl6pPr>
              <a:defRPr sz="7349"/>
            </a:lvl6pPr>
            <a:lvl7pPr>
              <a:defRPr sz="7349"/>
            </a:lvl7pPr>
            <a:lvl8pPr>
              <a:defRPr sz="7349"/>
            </a:lvl8pPr>
            <a:lvl9pPr>
              <a:defRPr sz="7349"/>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479671" y="7559993"/>
            <a:ext cx="11610853" cy="14005821"/>
          </a:xfrm>
        </p:spPr>
        <p:txBody>
          <a:bodyPr/>
          <a:lstStyle>
            <a:lvl1pPr marL="0" indent="0">
              <a:buNone/>
              <a:defRPr sz="5879"/>
            </a:lvl1pPr>
            <a:lvl2pPr marL="1679981" indent="0">
              <a:buNone/>
              <a:defRPr sz="5144"/>
            </a:lvl2pPr>
            <a:lvl3pPr marL="3359963" indent="0">
              <a:buNone/>
              <a:defRPr sz="4409"/>
            </a:lvl3pPr>
            <a:lvl4pPr marL="5039944" indent="0">
              <a:buNone/>
              <a:defRPr sz="3674"/>
            </a:lvl4pPr>
            <a:lvl5pPr marL="6719926" indent="0">
              <a:buNone/>
              <a:defRPr sz="3674"/>
            </a:lvl5pPr>
            <a:lvl6pPr marL="8399907" indent="0">
              <a:buNone/>
              <a:defRPr sz="3674"/>
            </a:lvl6pPr>
            <a:lvl7pPr marL="10079888" indent="0">
              <a:buNone/>
              <a:defRPr sz="3674"/>
            </a:lvl7pPr>
            <a:lvl8pPr marL="11759870" indent="0">
              <a:buNone/>
              <a:defRPr sz="3674"/>
            </a:lvl8pPr>
            <a:lvl9pPr marL="13439851" indent="0">
              <a:buNone/>
              <a:defRPr sz="3674"/>
            </a:lvl9pPr>
          </a:lstStyle>
          <a:p>
            <a:pPr lvl="0"/>
            <a:r>
              <a:rPr lang="en-US"/>
              <a:t>Edit Master text styles</a:t>
            </a:r>
          </a:p>
        </p:txBody>
      </p:sp>
      <p:sp>
        <p:nvSpPr>
          <p:cNvPr id="5" name="Date Placeholder 4"/>
          <p:cNvSpPr>
            <a:spLocks noGrp="1"/>
          </p:cNvSpPr>
          <p:nvPr>
            <p:ph type="dt" sz="half" idx="10"/>
          </p:nvPr>
        </p:nvSpPr>
        <p:spPr/>
        <p:txBody>
          <a:bodyPr/>
          <a:lstStyle/>
          <a:p>
            <a:fld id="{EBC92114-2DE2-4DBD-88F5-EC34E326FC88}" type="datetimeFigureOut">
              <a:rPr lang="he-IL" smtClean="0"/>
              <a:t>ב'/שבט/תשפ"ה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7DD434CA-3CA3-4A85-ABB2-6FF697A4952A}" type="slidenum">
              <a:rPr lang="he-IL" smtClean="0"/>
              <a:t>‹#›</a:t>
            </a:fld>
            <a:endParaRPr lang="he-IL"/>
          </a:p>
        </p:txBody>
      </p:sp>
    </p:spTree>
    <p:extLst>
      <p:ext uri="{BB962C8B-B14F-4D97-AF65-F5344CB8AC3E}">
        <p14:creationId xmlns:p14="http://schemas.microsoft.com/office/powerpoint/2010/main" val="1189040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79671" y="1679998"/>
            <a:ext cx="11610853" cy="5879994"/>
          </a:xfrm>
        </p:spPr>
        <p:txBody>
          <a:bodyPr anchor="b"/>
          <a:lstStyle>
            <a:lvl1pPr>
              <a:defRPr sz="11758"/>
            </a:lvl1pPr>
          </a:lstStyle>
          <a:p>
            <a:r>
              <a:rPr lang="en-US"/>
              <a:t>Click to edit Master title style</a:t>
            </a:r>
            <a:endParaRPr lang="en-US" dirty="0"/>
          </a:p>
        </p:txBody>
      </p:sp>
      <p:sp>
        <p:nvSpPr>
          <p:cNvPr id="3" name="Picture Placeholder 2"/>
          <p:cNvSpPr>
            <a:spLocks noGrp="1" noChangeAspect="1"/>
          </p:cNvSpPr>
          <p:nvPr>
            <p:ph type="pic" idx="1"/>
          </p:nvPr>
        </p:nvSpPr>
        <p:spPr>
          <a:xfrm>
            <a:off x="15304578" y="3628335"/>
            <a:ext cx="18224867" cy="17908316"/>
          </a:xfrm>
        </p:spPr>
        <p:txBody>
          <a:bodyPr anchor="t"/>
          <a:lstStyle>
            <a:lvl1pPr marL="0" indent="0">
              <a:buNone/>
              <a:defRPr sz="11758"/>
            </a:lvl1pPr>
            <a:lvl2pPr marL="1679981" indent="0">
              <a:buNone/>
              <a:defRPr sz="10289"/>
            </a:lvl2pPr>
            <a:lvl3pPr marL="3359963" indent="0">
              <a:buNone/>
              <a:defRPr sz="8819"/>
            </a:lvl3pPr>
            <a:lvl4pPr marL="5039944" indent="0">
              <a:buNone/>
              <a:defRPr sz="7349"/>
            </a:lvl4pPr>
            <a:lvl5pPr marL="6719926" indent="0">
              <a:buNone/>
              <a:defRPr sz="7349"/>
            </a:lvl5pPr>
            <a:lvl6pPr marL="8399907" indent="0">
              <a:buNone/>
              <a:defRPr sz="7349"/>
            </a:lvl6pPr>
            <a:lvl7pPr marL="10079888" indent="0">
              <a:buNone/>
              <a:defRPr sz="7349"/>
            </a:lvl7pPr>
            <a:lvl8pPr marL="11759870" indent="0">
              <a:buNone/>
              <a:defRPr sz="7349"/>
            </a:lvl8pPr>
            <a:lvl9pPr marL="13439851" indent="0">
              <a:buNone/>
              <a:defRPr sz="7349"/>
            </a:lvl9pPr>
          </a:lstStyle>
          <a:p>
            <a:r>
              <a:rPr lang="en-US"/>
              <a:t>Click icon to add picture</a:t>
            </a:r>
            <a:endParaRPr lang="en-US" dirty="0"/>
          </a:p>
        </p:txBody>
      </p:sp>
      <p:sp>
        <p:nvSpPr>
          <p:cNvPr id="4" name="Text Placeholder 3"/>
          <p:cNvSpPr>
            <a:spLocks noGrp="1"/>
          </p:cNvSpPr>
          <p:nvPr>
            <p:ph type="body" sz="half" idx="2"/>
          </p:nvPr>
        </p:nvSpPr>
        <p:spPr>
          <a:xfrm>
            <a:off x="2479671" y="7559993"/>
            <a:ext cx="11610853" cy="14005821"/>
          </a:xfrm>
        </p:spPr>
        <p:txBody>
          <a:bodyPr/>
          <a:lstStyle>
            <a:lvl1pPr marL="0" indent="0">
              <a:buNone/>
              <a:defRPr sz="5879"/>
            </a:lvl1pPr>
            <a:lvl2pPr marL="1679981" indent="0">
              <a:buNone/>
              <a:defRPr sz="5144"/>
            </a:lvl2pPr>
            <a:lvl3pPr marL="3359963" indent="0">
              <a:buNone/>
              <a:defRPr sz="4409"/>
            </a:lvl3pPr>
            <a:lvl4pPr marL="5039944" indent="0">
              <a:buNone/>
              <a:defRPr sz="3674"/>
            </a:lvl4pPr>
            <a:lvl5pPr marL="6719926" indent="0">
              <a:buNone/>
              <a:defRPr sz="3674"/>
            </a:lvl5pPr>
            <a:lvl6pPr marL="8399907" indent="0">
              <a:buNone/>
              <a:defRPr sz="3674"/>
            </a:lvl6pPr>
            <a:lvl7pPr marL="10079888" indent="0">
              <a:buNone/>
              <a:defRPr sz="3674"/>
            </a:lvl7pPr>
            <a:lvl8pPr marL="11759870" indent="0">
              <a:buNone/>
              <a:defRPr sz="3674"/>
            </a:lvl8pPr>
            <a:lvl9pPr marL="13439851" indent="0">
              <a:buNone/>
              <a:defRPr sz="3674"/>
            </a:lvl9pPr>
          </a:lstStyle>
          <a:p>
            <a:pPr lvl="0"/>
            <a:r>
              <a:rPr lang="en-US"/>
              <a:t>Edit Master text styles</a:t>
            </a:r>
          </a:p>
        </p:txBody>
      </p:sp>
      <p:sp>
        <p:nvSpPr>
          <p:cNvPr id="5" name="Date Placeholder 4"/>
          <p:cNvSpPr>
            <a:spLocks noGrp="1"/>
          </p:cNvSpPr>
          <p:nvPr>
            <p:ph type="dt" sz="half" idx="10"/>
          </p:nvPr>
        </p:nvSpPr>
        <p:spPr/>
        <p:txBody>
          <a:bodyPr/>
          <a:lstStyle/>
          <a:p>
            <a:fld id="{EBC92114-2DE2-4DBD-88F5-EC34E326FC88}" type="datetimeFigureOut">
              <a:rPr lang="he-IL" smtClean="0"/>
              <a:t>ב'/שבט/תשפ"ה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7DD434CA-3CA3-4A85-ABB2-6FF697A4952A}" type="slidenum">
              <a:rPr lang="he-IL" smtClean="0"/>
              <a:t>‹#›</a:t>
            </a:fld>
            <a:endParaRPr lang="he-IL"/>
          </a:p>
        </p:txBody>
      </p:sp>
    </p:spTree>
    <p:extLst>
      <p:ext uri="{BB962C8B-B14F-4D97-AF65-F5344CB8AC3E}">
        <p14:creationId xmlns:p14="http://schemas.microsoft.com/office/powerpoint/2010/main" val="2551576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C92114-2DE2-4DBD-88F5-EC34E326FC88}" type="datetimeFigureOut">
              <a:rPr lang="he-IL" smtClean="0"/>
              <a:t>ב'/שבט/תשפ"ה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DD434CA-3CA3-4A85-ABB2-6FF697A4952A}" type="slidenum">
              <a:rPr lang="he-IL" smtClean="0"/>
              <a:t>‹#›</a:t>
            </a:fld>
            <a:endParaRPr lang="he-IL"/>
          </a:p>
        </p:txBody>
      </p:sp>
    </p:spTree>
    <p:extLst>
      <p:ext uri="{BB962C8B-B14F-4D97-AF65-F5344CB8AC3E}">
        <p14:creationId xmlns:p14="http://schemas.microsoft.com/office/powerpoint/2010/main" val="3476235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5762314" y="1341665"/>
            <a:ext cx="7762444" cy="2135581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474984" y="1341665"/>
            <a:ext cx="22837334" cy="2135581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C92114-2DE2-4DBD-88F5-EC34E326FC88}" type="datetimeFigureOut">
              <a:rPr lang="he-IL" smtClean="0"/>
              <a:t>ב'/שבט/תשפ"ה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DD434CA-3CA3-4A85-ABB2-6FF697A4952A}" type="slidenum">
              <a:rPr lang="he-IL" smtClean="0"/>
              <a:t>‹#›</a:t>
            </a:fld>
            <a:endParaRPr lang="he-IL"/>
          </a:p>
        </p:txBody>
      </p:sp>
    </p:spTree>
    <p:extLst>
      <p:ext uri="{BB962C8B-B14F-4D97-AF65-F5344CB8AC3E}">
        <p14:creationId xmlns:p14="http://schemas.microsoft.com/office/powerpoint/2010/main" val="1278864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474982" y="1341671"/>
            <a:ext cx="31049774" cy="487083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474982" y="6708326"/>
            <a:ext cx="31049774" cy="1598915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474982" y="23356649"/>
            <a:ext cx="8099941" cy="1341665"/>
          </a:xfrm>
          <a:prstGeom prst="rect">
            <a:avLst/>
          </a:prstGeom>
        </p:spPr>
        <p:txBody>
          <a:bodyPr vert="horz" lIns="91440" tIns="45720" rIns="91440" bIns="45720" rtlCol="0" anchor="ctr"/>
          <a:lstStyle>
            <a:lvl1pPr algn="l">
              <a:defRPr sz="4409">
                <a:solidFill>
                  <a:schemeClr val="tx1">
                    <a:tint val="75000"/>
                  </a:schemeClr>
                </a:solidFill>
              </a:defRPr>
            </a:lvl1pPr>
          </a:lstStyle>
          <a:p>
            <a:fld id="{EBC92114-2DE2-4DBD-88F5-EC34E326FC88}" type="datetimeFigureOut">
              <a:rPr lang="he-IL" smtClean="0"/>
              <a:t>ב'/שבט/תשפ"ה</a:t>
            </a:fld>
            <a:endParaRPr lang="he-IL"/>
          </a:p>
        </p:txBody>
      </p:sp>
      <p:sp>
        <p:nvSpPr>
          <p:cNvPr id="5" name="Footer Placeholder 4"/>
          <p:cNvSpPr>
            <a:spLocks noGrp="1"/>
          </p:cNvSpPr>
          <p:nvPr>
            <p:ph type="ftr" sz="quarter" idx="3"/>
          </p:nvPr>
        </p:nvSpPr>
        <p:spPr>
          <a:xfrm>
            <a:off x="11924913" y="23356649"/>
            <a:ext cx="12149912" cy="1341665"/>
          </a:xfrm>
          <a:prstGeom prst="rect">
            <a:avLst/>
          </a:prstGeom>
        </p:spPr>
        <p:txBody>
          <a:bodyPr vert="horz" lIns="91440" tIns="45720" rIns="91440" bIns="45720" rtlCol="0" anchor="ctr"/>
          <a:lstStyle>
            <a:lvl1pPr algn="ctr">
              <a:defRPr sz="4409">
                <a:solidFill>
                  <a:schemeClr val="tx1">
                    <a:tint val="75000"/>
                  </a:schemeClr>
                </a:solidFill>
              </a:defRPr>
            </a:lvl1pPr>
          </a:lstStyle>
          <a:p>
            <a:endParaRPr lang="he-IL"/>
          </a:p>
        </p:txBody>
      </p:sp>
      <p:sp>
        <p:nvSpPr>
          <p:cNvPr id="6" name="Slide Number Placeholder 5"/>
          <p:cNvSpPr>
            <a:spLocks noGrp="1"/>
          </p:cNvSpPr>
          <p:nvPr>
            <p:ph type="sldNum" sz="quarter" idx="4"/>
          </p:nvPr>
        </p:nvSpPr>
        <p:spPr>
          <a:xfrm>
            <a:off x="25424815" y="23356649"/>
            <a:ext cx="8099941" cy="1341665"/>
          </a:xfrm>
          <a:prstGeom prst="rect">
            <a:avLst/>
          </a:prstGeom>
        </p:spPr>
        <p:txBody>
          <a:bodyPr vert="horz" lIns="91440" tIns="45720" rIns="91440" bIns="45720" rtlCol="0" anchor="ctr"/>
          <a:lstStyle>
            <a:lvl1pPr algn="r">
              <a:defRPr sz="4409">
                <a:solidFill>
                  <a:schemeClr val="tx1">
                    <a:tint val="75000"/>
                  </a:schemeClr>
                </a:solidFill>
              </a:defRPr>
            </a:lvl1pPr>
          </a:lstStyle>
          <a:p>
            <a:fld id="{7DD434CA-3CA3-4A85-ABB2-6FF697A4952A}" type="slidenum">
              <a:rPr lang="he-IL" smtClean="0"/>
              <a:t>‹#›</a:t>
            </a:fld>
            <a:endParaRPr lang="he-IL"/>
          </a:p>
        </p:txBody>
      </p:sp>
    </p:spTree>
    <p:extLst>
      <p:ext uri="{BB962C8B-B14F-4D97-AF65-F5344CB8AC3E}">
        <p14:creationId xmlns:p14="http://schemas.microsoft.com/office/powerpoint/2010/main" val="38600651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359963" rtl="0" eaLnBrk="1" latinLnBrk="0" hangingPunct="1">
        <a:lnSpc>
          <a:spcPct val="90000"/>
        </a:lnSpc>
        <a:spcBef>
          <a:spcPct val="0"/>
        </a:spcBef>
        <a:buNone/>
        <a:defRPr sz="16168" kern="1200">
          <a:solidFill>
            <a:schemeClr val="tx1"/>
          </a:solidFill>
          <a:latin typeface="+mj-lt"/>
          <a:ea typeface="+mj-ea"/>
          <a:cs typeface="+mj-cs"/>
        </a:defRPr>
      </a:lvl1pPr>
    </p:titleStyle>
    <p:bodyStyle>
      <a:lvl1pPr marL="839991" indent="-839991" algn="l" defTabSz="3359963" rtl="0" eaLnBrk="1" latinLnBrk="0" hangingPunct="1">
        <a:lnSpc>
          <a:spcPct val="90000"/>
        </a:lnSpc>
        <a:spcBef>
          <a:spcPts val="3674"/>
        </a:spcBef>
        <a:buFont typeface="Arial" panose="020B0604020202020204" pitchFamily="34" charset="0"/>
        <a:buChar char="•"/>
        <a:defRPr sz="10289" kern="1200">
          <a:solidFill>
            <a:schemeClr val="tx1"/>
          </a:solidFill>
          <a:latin typeface="+mn-lt"/>
          <a:ea typeface="+mn-ea"/>
          <a:cs typeface="+mn-cs"/>
        </a:defRPr>
      </a:lvl1pPr>
      <a:lvl2pPr marL="2519972" indent="-839991" algn="l" defTabSz="3359963" rtl="0" eaLnBrk="1" latinLnBrk="0" hangingPunct="1">
        <a:lnSpc>
          <a:spcPct val="90000"/>
        </a:lnSpc>
        <a:spcBef>
          <a:spcPts val="1837"/>
        </a:spcBef>
        <a:buFont typeface="Arial" panose="020B0604020202020204" pitchFamily="34" charset="0"/>
        <a:buChar char="•"/>
        <a:defRPr sz="8819" kern="1200">
          <a:solidFill>
            <a:schemeClr val="tx1"/>
          </a:solidFill>
          <a:latin typeface="+mn-lt"/>
          <a:ea typeface="+mn-ea"/>
          <a:cs typeface="+mn-cs"/>
        </a:defRPr>
      </a:lvl2pPr>
      <a:lvl3pPr marL="4199954" indent="-839991" algn="l" defTabSz="3359963" rtl="0" eaLnBrk="1" latinLnBrk="0" hangingPunct="1">
        <a:lnSpc>
          <a:spcPct val="90000"/>
        </a:lnSpc>
        <a:spcBef>
          <a:spcPts val="1837"/>
        </a:spcBef>
        <a:buFont typeface="Arial" panose="020B0604020202020204" pitchFamily="34" charset="0"/>
        <a:buChar char="•"/>
        <a:defRPr sz="7349" kern="1200">
          <a:solidFill>
            <a:schemeClr val="tx1"/>
          </a:solidFill>
          <a:latin typeface="+mn-lt"/>
          <a:ea typeface="+mn-ea"/>
          <a:cs typeface="+mn-cs"/>
        </a:defRPr>
      </a:lvl3pPr>
      <a:lvl4pPr marL="5879935" indent="-839991" algn="l" defTabSz="3359963" rtl="0" eaLnBrk="1" latinLnBrk="0" hangingPunct="1">
        <a:lnSpc>
          <a:spcPct val="90000"/>
        </a:lnSpc>
        <a:spcBef>
          <a:spcPts val="1837"/>
        </a:spcBef>
        <a:buFont typeface="Arial" panose="020B0604020202020204" pitchFamily="34" charset="0"/>
        <a:buChar char="•"/>
        <a:defRPr sz="6614" kern="1200">
          <a:solidFill>
            <a:schemeClr val="tx1"/>
          </a:solidFill>
          <a:latin typeface="+mn-lt"/>
          <a:ea typeface="+mn-ea"/>
          <a:cs typeface="+mn-cs"/>
        </a:defRPr>
      </a:lvl4pPr>
      <a:lvl5pPr marL="7559916" indent="-839991" algn="l" defTabSz="3359963" rtl="0" eaLnBrk="1" latinLnBrk="0" hangingPunct="1">
        <a:lnSpc>
          <a:spcPct val="90000"/>
        </a:lnSpc>
        <a:spcBef>
          <a:spcPts val="1837"/>
        </a:spcBef>
        <a:buFont typeface="Arial" panose="020B0604020202020204" pitchFamily="34" charset="0"/>
        <a:buChar char="•"/>
        <a:defRPr sz="6614" kern="1200">
          <a:solidFill>
            <a:schemeClr val="tx1"/>
          </a:solidFill>
          <a:latin typeface="+mn-lt"/>
          <a:ea typeface="+mn-ea"/>
          <a:cs typeface="+mn-cs"/>
        </a:defRPr>
      </a:lvl5pPr>
      <a:lvl6pPr marL="9239898" indent="-839991" algn="l" defTabSz="3359963" rtl="0" eaLnBrk="1" latinLnBrk="0" hangingPunct="1">
        <a:lnSpc>
          <a:spcPct val="90000"/>
        </a:lnSpc>
        <a:spcBef>
          <a:spcPts val="1837"/>
        </a:spcBef>
        <a:buFont typeface="Arial" panose="020B0604020202020204" pitchFamily="34" charset="0"/>
        <a:buChar char="•"/>
        <a:defRPr sz="6614" kern="1200">
          <a:solidFill>
            <a:schemeClr val="tx1"/>
          </a:solidFill>
          <a:latin typeface="+mn-lt"/>
          <a:ea typeface="+mn-ea"/>
          <a:cs typeface="+mn-cs"/>
        </a:defRPr>
      </a:lvl6pPr>
      <a:lvl7pPr marL="10919879" indent="-839991" algn="l" defTabSz="3359963" rtl="0" eaLnBrk="1" latinLnBrk="0" hangingPunct="1">
        <a:lnSpc>
          <a:spcPct val="90000"/>
        </a:lnSpc>
        <a:spcBef>
          <a:spcPts val="1837"/>
        </a:spcBef>
        <a:buFont typeface="Arial" panose="020B0604020202020204" pitchFamily="34" charset="0"/>
        <a:buChar char="•"/>
        <a:defRPr sz="6614" kern="1200">
          <a:solidFill>
            <a:schemeClr val="tx1"/>
          </a:solidFill>
          <a:latin typeface="+mn-lt"/>
          <a:ea typeface="+mn-ea"/>
          <a:cs typeface="+mn-cs"/>
        </a:defRPr>
      </a:lvl7pPr>
      <a:lvl8pPr marL="12599861" indent="-839991" algn="l" defTabSz="3359963" rtl="0" eaLnBrk="1" latinLnBrk="0" hangingPunct="1">
        <a:lnSpc>
          <a:spcPct val="90000"/>
        </a:lnSpc>
        <a:spcBef>
          <a:spcPts val="1837"/>
        </a:spcBef>
        <a:buFont typeface="Arial" panose="020B0604020202020204" pitchFamily="34" charset="0"/>
        <a:buChar char="•"/>
        <a:defRPr sz="6614" kern="1200">
          <a:solidFill>
            <a:schemeClr val="tx1"/>
          </a:solidFill>
          <a:latin typeface="+mn-lt"/>
          <a:ea typeface="+mn-ea"/>
          <a:cs typeface="+mn-cs"/>
        </a:defRPr>
      </a:lvl8pPr>
      <a:lvl9pPr marL="14279842" indent="-839991" algn="l" defTabSz="3359963" rtl="0" eaLnBrk="1" latinLnBrk="0" hangingPunct="1">
        <a:lnSpc>
          <a:spcPct val="90000"/>
        </a:lnSpc>
        <a:spcBef>
          <a:spcPts val="1837"/>
        </a:spcBef>
        <a:buFont typeface="Arial" panose="020B0604020202020204" pitchFamily="34" charset="0"/>
        <a:buChar char="•"/>
        <a:defRPr sz="6614" kern="1200">
          <a:solidFill>
            <a:schemeClr val="tx1"/>
          </a:solidFill>
          <a:latin typeface="+mn-lt"/>
          <a:ea typeface="+mn-ea"/>
          <a:cs typeface="+mn-cs"/>
        </a:defRPr>
      </a:lvl9pPr>
    </p:bodyStyle>
    <p:otherStyle>
      <a:defPPr>
        <a:defRPr lang="en-US"/>
      </a:defPPr>
      <a:lvl1pPr marL="0" algn="l" defTabSz="3359963" rtl="0" eaLnBrk="1" latinLnBrk="0" hangingPunct="1">
        <a:defRPr sz="6614" kern="1200">
          <a:solidFill>
            <a:schemeClr val="tx1"/>
          </a:solidFill>
          <a:latin typeface="+mn-lt"/>
          <a:ea typeface="+mn-ea"/>
          <a:cs typeface="+mn-cs"/>
        </a:defRPr>
      </a:lvl1pPr>
      <a:lvl2pPr marL="1679981" algn="l" defTabSz="3359963" rtl="0" eaLnBrk="1" latinLnBrk="0" hangingPunct="1">
        <a:defRPr sz="6614" kern="1200">
          <a:solidFill>
            <a:schemeClr val="tx1"/>
          </a:solidFill>
          <a:latin typeface="+mn-lt"/>
          <a:ea typeface="+mn-ea"/>
          <a:cs typeface="+mn-cs"/>
        </a:defRPr>
      </a:lvl2pPr>
      <a:lvl3pPr marL="3359963" algn="l" defTabSz="3359963" rtl="0" eaLnBrk="1" latinLnBrk="0" hangingPunct="1">
        <a:defRPr sz="6614" kern="1200">
          <a:solidFill>
            <a:schemeClr val="tx1"/>
          </a:solidFill>
          <a:latin typeface="+mn-lt"/>
          <a:ea typeface="+mn-ea"/>
          <a:cs typeface="+mn-cs"/>
        </a:defRPr>
      </a:lvl3pPr>
      <a:lvl4pPr marL="5039944" algn="l" defTabSz="3359963" rtl="0" eaLnBrk="1" latinLnBrk="0" hangingPunct="1">
        <a:defRPr sz="6614" kern="1200">
          <a:solidFill>
            <a:schemeClr val="tx1"/>
          </a:solidFill>
          <a:latin typeface="+mn-lt"/>
          <a:ea typeface="+mn-ea"/>
          <a:cs typeface="+mn-cs"/>
        </a:defRPr>
      </a:lvl4pPr>
      <a:lvl5pPr marL="6719926" algn="l" defTabSz="3359963" rtl="0" eaLnBrk="1" latinLnBrk="0" hangingPunct="1">
        <a:defRPr sz="6614" kern="1200">
          <a:solidFill>
            <a:schemeClr val="tx1"/>
          </a:solidFill>
          <a:latin typeface="+mn-lt"/>
          <a:ea typeface="+mn-ea"/>
          <a:cs typeface="+mn-cs"/>
        </a:defRPr>
      </a:lvl5pPr>
      <a:lvl6pPr marL="8399907" algn="l" defTabSz="3359963" rtl="0" eaLnBrk="1" latinLnBrk="0" hangingPunct="1">
        <a:defRPr sz="6614" kern="1200">
          <a:solidFill>
            <a:schemeClr val="tx1"/>
          </a:solidFill>
          <a:latin typeface="+mn-lt"/>
          <a:ea typeface="+mn-ea"/>
          <a:cs typeface="+mn-cs"/>
        </a:defRPr>
      </a:lvl6pPr>
      <a:lvl7pPr marL="10079888" algn="l" defTabSz="3359963" rtl="0" eaLnBrk="1" latinLnBrk="0" hangingPunct="1">
        <a:defRPr sz="6614" kern="1200">
          <a:solidFill>
            <a:schemeClr val="tx1"/>
          </a:solidFill>
          <a:latin typeface="+mn-lt"/>
          <a:ea typeface="+mn-ea"/>
          <a:cs typeface="+mn-cs"/>
        </a:defRPr>
      </a:lvl7pPr>
      <a:lvl8pPr marL="11759870" algn="l" defTabSz="3359963" rtl="0" eaLnBrk="1" latinLnBrk="0" hangingPunct="1">
        <a:defRPr sz="6614" kern="1200">
          <a:solidFill>
            <a:schemeClr val="tx1"/>
          </a:solidFill>
          <a:latin typeface="+mn-lt"/>
          <a:ea typeface="+mn-ea"/>
          <a:cs typeface="+mn-cs"/>
        </a:defRPr>
      </a:lvl8pPr>
      <a:lvl9pPr marL="13439851" algn="l" defTabSz="3359963" rtl="0" eaLnBrk="1" latinLnBrk="0" hangingPunct="1">
        <a:defRPr sz="661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1.png"/><Relationship Id="rId18" Type="http://schemas.openxmlformats.org/officeDocument/2006/relationships/image" Target="../media/image15.png"/><Relationship Id="rId26" Type="http://schemas.openxmlformats.org/officeDocument/2006/relationships/image" Target="../media/image21.png"/><Relationship Id="rId3" Type="http://schemas.openxmlformats.org/officeDocument/2006/relationships/image" Target="../media/image2.png"/><Relationship Id="rId21" Type="http://schemas.openxmlformats.org/officeDocument/2006/relationships/image" Target="../media/image18.png"/><Relationship Id="rId7" Type="http://schemas.openxmlformats.org/officeDocument/2006/relationships/image" Target="../media/image6.jpeg"/><Relationship Id="rId12" Type="http://schemas.microsoft.com/office/2007/relationships/hdphoto" Target="../media/hdphoto1.wdp"/><Relationship Id="rId17" Type="http://schemas.openxmlformats.org/officeDocument/2006/relationships/image" Target="../media/image13.jpeg"/><Relationship Id="rId25" Type="http://schemas.openxmlformats.org/officeDocument/2006/relationships/image" Target="../media/image23.png"/><Relationship Id="rId2" Type="http://schemas.openxmlformats.org/officeDocument/2006/relationships/image" Target="../media/image1.jpg"/><Relationship Id="rId16" Type="http://schemas.openxmlformats.org/officeDocument/2006/relationships/image" Target="../media/image14.png"/><Relationship Id="rId20" Type="http://schemas.openxmlformats.org/officeDocument/2006/relationships/image" Target="../media/image17.png"/><Relationship Id="rId29"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22.png"/><Relationship Id="rId5" Type="http://schemas.openxmlformats.org/officeDocument/2006/relationships/image" Target="../media/image4.jpeg"/><Relationship Id="rId23" Type="http://schemas.openxmlformats.org/officeDocument/2006/relationships/image" Target="../media/image20.png"/><Relationship Id="rId28" Type="http://schemas.openxmlformats.org/officeDocument/2006/relationships/image" Target="../media/image25.png"/><Relationship Id="rId10" Type="http://schemas.openxmlformats.org/officeDocument/2006/relationships/image" Target="../media/image9.png"/><Relationship Id="rId19" Type="http://schemas.openxmlformats.org/officeDocument/2006/relationships/image" Target="../media/image16.png"/><Relationship Id="rId4" Type="http://schemas.openxmlformats.org/officeDocument/2006/relationships/image" Target="../media/image3.jpeg"/><Relationship Id="rId9" Type="http://schemas.openxmlformats.org/officeDocument/2006/relationships/image" Target="../media/image8.png"/><Relationship Id="rId14" Type="http://schemas.openxmlformats.org/officeDocument/2006/relationships/image" Target="../media/image12.png"/><Relationship Id="rId22" Type="http://schemas.openxmlformats.org/officeDocument/2006/relationships/image" Target="../media/image19.png"/><Relationship Id="rId27"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1531646796"/>
                  </p:ext>
                </p:extLst>
              </p:nvPr>
            </p:nvGraphicFramePr>
            <p:xfrm>
              <a:off x="407159" y="3510434"/>
              <a:ext cx="35185420" cy="23439120"/>
            </p:xfrm>
            <a:graphic>
              <a:graphicData uri="http://schemas.openxmlformats.org/drawingml/2006/table">
                <a:tbl>
                  <a:tblPr>
                    <a:tableStyleId>{2D5ABB26-0587-4C30-8999-92F81FD0307C}</a:tableStyleId>
                  </a:tblPr>
                  <a:tblGrid>
                    <a:gridCol w="11746393">
                      <a:extLst>
                        <a:ext uri="{9D8B030D-6E8A-4147-A177-3AD203B41FA5}">
                          <a16:colId xmlns:a16="http://schemas.microsoft.com/office/drawing/2014/main" val="20000"/>
                        </a:ext>
                      </a:extLst>
                    </a:gridCol>
                    <a:gridCol w="11734833">
                      <a:extLst>
                        <a:ext uri="{9D8B030D-6E8A-4147-A177-3AD203B41FA5}">
                          <a16:colId xmlns:a16="http://schemas.microsoft.com/office/drawing/2014/main" val="20001"/>
                        </a:ext>
                      </a:extLst>
                    </a:gridCol>
                    <a:gridCol w="11704194">
                      <a:extLst>
                        <a:ext uri="{9D8B030D-6E8A-4147-A177-3AD203B41FA5}">
                          <a16:colId xmlns:a16="http://schemas.microsoft.com/office/drawing/2014/main" val="4117049268"/>
                        </a:ext>
                      </a:extLst>
                    </a:gridCol>
                  </a:tblGrid>
                  <a:tr h="22300925">
                    <a:tc>
                      <a:txBody>
                        <a:bodyPr/>
                        <a:lstStyle/>
                        <a:p>
                          <a:pPr marL="0" marR="0" lvl="0" indent="0" algn="l" defTabSz="2519995" rtl="0" eaLnBrk="1" fontAlgn="auto" latinLnBrk="0" hangingPunct="1">
                            <a:lnSpc>
                              <a:spcPct val="100000"/>
                            </a:lnSpc>
                            <a:spcBef>
                              <a:spcPts val="0"/>
                            </a:spcBef>
                            <a:spcAft>
                              <a:spcPts val="0"/>
                            </a:spcAft>
                            <a:buClrTx/>
                            <a:buSzTx/>
                            <a:buFontTx/>
                            <a:buNone/>
                            <a:tabLst/>
                            <a:defRPr/>
                          </a:pPr>
                          <a:r>
                            <a:rPr lang="en-US" sz="5400" b="1" dirty="0">
                              <a:effectLst/>
                              <a:latin typeface="+mn-lt"/>
                              <a:cs typeface="Open Sans Hebrew" panose="00000500000000000000" pitchFamily="2" charset="-79"/>
                            </a:rPr>
                            <a:t>Introduction</a:t>
                          </a:r>
                          <a:endParaRPr lang="en-US" sz="4400" b="1" dirty="0"/>
                        </a:p>
                        <a:p>
                          <a:r>
                            <a:rPr lang="en-US" sz="3400" dirty="0"/>
                            <a:t>The project focuses on real-time drone detection in flight, leveraging the YOLOv8 algorithm and an infrared sensor. By integrating deep learning-based image processing with IR sensor data, the system ensures rapid and precise detection even in challenging visibility conditions. </a:t>
                          </a:r>
                        </a:p>
                        <a:p>
                          <a:pPr marL="0" marR="0" lvl="0" indent="0" algn="l" defTabSz="3359963" rtl="0" eaLnBrk="1" fontAlgn="auto" latinLnBrk="0" hangingPunct="1">
                            <a:lnSpc>
                              <a:spcPct val="100000"/>
                            </a:lnSpc>
                            <a:spcBef>
                              <a:spcPts val="0"/>
                            </a:spcBef>
                            <a:spcAft>
                              <a:spcPts val="0"/>
                            </a:spcAft>
                            <a:buClrTx/>
                            <a:buSzTx/>
                            <a:buFontTx/>
                            <a:buNone/>
                            <a:tabLst/>
                            <a:defRPr/>
                          </a:pPr>
                          <a:br>
                            <a:rPr lang="en-US" sz="3600" b="0" dirty="0">
                              <a:effectLst/>
                              <a:latin typeface="+mn-lt"/>
                              <a:cs typeface="+mn-cs"/>
                            </a:rPr>
                          </a:br>
                          <a:r>
                            <a:rPr lang="en-US" sz="5400" b="1" dirty="0">
                              <a:effectLst/>
                              <a:latin typeface="+mn-lt"/>
                              <a:cs typeface="Open Sans Hebrew" panose="00000500000000000000" pitchFamily="2" charset="-79"/>
                            </a:rPr>
                            <a:t>Project goal</a:t>
                          </a:r>
                          <a:endParaRPr lang="en-US" sz="5400" b="1" dirty="0"/>
                        </a:p>
                        <a:p>
                          <a:r>
                            <a:rPr lang="en-US" sz="3400" dirty="0"/>
                            <a:t>The objective is to develop a robust prototype capable of detecting drones and UAVs in real-time using ML algorithm.</a:t>
                          </a: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400" b="1" dirty="0"/>
                        </a:p>
                        <a:p>
                          <a:pPr marL="0" marR="0" lvl="0" indent="0" algn="l" defTabSz="2519995" rtl="0" eaLnBrk="1" fontAlgn="auto" latinLnBrk="0" hangingPunct="1">
                            <a:lnSpc>
                              <a:spcPct val="100000"/>
                            </a:lnSpc>
                            <a:spcBef>
                              <a:spcPts val="0"/>
                            </a:spcBef>
                            <a:spcAft>
                              <a:spcPts val="0"/>
                            </a:spcAft>
                            <a:buClrTx/>
                            <a:buSzTx/>
                            <a:buFontTx/>
                            <a:buNone/>
                            <a:tabLst/>
                            <a:defRPr/>
                          </a:pPr>
                          <a:r>
                            <a:rPr lang="en-US" sz="5400" b="1" kern="1200" dirty="0">
                              <a:solidFill>
                                <a:schemeClr val="tx1"/>
                              </a:solidFill>
                              <a:effectLst/>
                              <a:latin typeface="+mn-lt"/>
                              <a:ea typeface="+mn-ea"/>
                              <a:cs typeface="Open Sans Hebrew" panose="00000500000000000000" pitchFamily="2" charset="-79"/>
                            </a:rPr>
                            <a:t>Motivation</a:t>
                          </a:r>
                        </a:p>
                        <a:p>
                          <a:r>
                            <a:rPr lang="en-US" sz="3400" dirty="0"/>
                            <a:t>The increased accessibility of UAVs has led to their misuse in smuggling, surveillance, and offensive operations, posing security challenges due to their small size, low signature, and variable speeds. Infrared sensor-based systems, coupled with machine learning, offer a promising solution for real-time drone detection. This need is highlighted using drones in warfare, such as in the "Operation Iron Swords" conflict and the war in Ukraine.</a:t>
                          </a:r>
                          <a:br>
                            <a:rPr lang="en-US" sz="3600" dirty="0"/>
                          </a:br>
                          <a:br>
                            <a:rPr lang="en-US" sz="3400" b="0" kern="1200" dirty="0">
                              <a:solidFill>
                                <a:schemeClr val="tx1"/>
                              </a:solidFill>
                              <a:effectLst/>
                              <a:latin typeface="+mn-lt"/>
                              <a:ea typeface="+mn-ea"/>
                              <a:cs typeface="Open Sans Hebrew" panose="00000500000000000000" pitchFamily="2" charset="-79"/>
                            </a:rPr>
                          </a:br>
                          <a:r>
                            <a:rPr lang="en-US" sz="5400" b="1" kern="1200" dirty="0">
                              <a:solidFill>
                                <a:schemeClr val="tx1"/>
                              </a:solidFill>
                              <a:effectLst/>
                              <a:latin typeface="+mn-lt"/>
                              <a:ea typeface="+mn-ea"/>
                              <a:cs typeface="Open Sans Hebrew" panose="00000500000000000000" pitchFamily="2" charset="-79"/>
                            </a:rPr>
                            <a:t>Implementation and Block diagram</a:t>
                          </a: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400" kern="1200" dirty="0">
                            <a:solidFill>
                              <a:schemeClr val="tx1"/>
                            </a:solidFill>
                            <a:effectLst/>
                            <a:latin typeface="+mn-lt"/>
                            <a:ea typeface="+mn-ea"/>
                            <a:cs typeface="Open Sans Hebrew" panose="00000500000000000000" pitchFamily="2" charset="-79"/>
                          </a:endParaRP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400" kern="1200" dirty="0">
                            <a:solidFill>
                              <a:schemeClr val="tx1"/>
                            </a:solidFill>
                            <a:effectLst/>
                            <a:latin typeface="+mn-lt"/>
                            <a:ea typeface="+mn-ea"/>
                            <a:cs typeface="Open Sans Hebrew" panose="00000500000000000000" pitchFamily="2" charset="-79"/>
                          </a:endParaRP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400" kern="1200" dirty="0">
                            <a:solidFill>
                              <a:schemeClr val="tx1"/>
                            </a:solidFill>
                            <a:effectLst/>
                            <a:latin typeface="+mn-lt"/>
                            <a:ea typeface="+mn-ea"/>
                            <a:cs typeface="Open Sans Hebrew" panose="00000500000000000000" pitchFamily="2" charset="-79"/>
                          </a:endParaRPr>
                        </a:p>
                      </a:txBody>
                      <a:tcPr marL="137160" marR="13716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3400" dirty="0"/>
                            <a:t>The algorithm detects objects using a bounding box and confidence score, trained on a neural network. A comprehensive dataset of drone images , with labeled ground truth, is used to train the network. The model compares predictions to true bounding boxes to adjust its weights. Real-time field tests assess the system’s integration and performance.</a:t>
                          </a:r>
                        </a:p>
                        <a:p>
                          <a:pPr marL="0" marR="0" lvl="0" indent="0" algn="l" defTabSz="2519995" rtl="0" eaLnBrk="1" fontAlgn="auto" latinLnBrk="0" hangingPunct="1">
                            <a:lnSpc>
                              <a:spcPct val="100000"/>
                            </a:lnSpc>
                            <a:spcBef>
                              <a:spcPts val="0"/>
                            </a:spcBef>
                            <a:spcAft>
                              <a:spcPts val="0"/>
                            </a:spcAft>
                            <a:buClrTx/>
                            <a:buSzTx/>
                            <a:buFontTx/>
                            <a:buNone/>
                            <a:tabLst/>
                            <a:defRPr/>
                          </a:pPr>
                          <a:r>
                            <a:rPr lang="en-US" sz="3400" dirty="0"/>
                            <a:t>The confidence is calculated as:</a:t>
                          </a: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2519995"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3400" smtClean="0">
                                    <a:effectLst/>
                                    <a:latin typeface="Cambria Math" panose="02040503050406030204" pitchFamily="18" charset="0"/>
                                    <a:ea typeface="Calibri" panose="020F0502020204030204" pitchFamily="34" charset="0"/>
                                    <a:cs typeface="Arial" panose="020B0604020202020204" pitchFamily="34" charset="0"/>
                                  </a:rPr>
                                  <m:t>Confidence</m:t>
                                </m:r>
                                <m:r>
                                  <a:rPr lang="en-US" sz="3400" i="1">
                                    <a:effectLst/>
                                    <a:latin typeface="Cambria Math" panose="02040503050406030204" pitchFamily="18" charset="0"/>
                                    <a:ea typeface="Calibri" panose="020F0502020204030204" pitchFamily="34" charset="0"/>
                                    <a:cs typeface="Arial" panose="020B0604020202020204" pitchFamily="34" charset="0"/>
                                  </a:rPr>
                                  <m:t>=</m:t>
                                </m:r>
                                <m:sSub>
                                  <m:sSubPr>
                                    <m:ctrlPr>
                                      <a:rPr lang="en-US" sz="3400" i="1">
                                        <a:effectLst/>
                                        <a:latin typeface="Cambria Math" panose="02040503050406030204" pitchFamily="18" charset="0"/>
                                      </a:rPr>
                                    </m:ctrlPr>
                                  </m:sSubPr>
                                  <m:e>
                                    <m:r>
                                      <m:rPr>
                                        <m:sty m:val="p"/>
                                      </m:rPr>
                                      <a:rPr lang="en-US" sz="3400">
                                        <a:effectLst/>
                                        <a:latin typeface="Cambria Math" panose="02040503050406030204" pitchFamily="18" charset="0"/>
                                        <a:ea typeface="Calibri" panose="020F0502020204030204" pitchFamily="34" charset="0"/>
                                        <a:cs typeface="Arial" panose="020B0604020202020204" pitchFamily="34" charset="0"/>
                                      </a:rPr>
                                      <m:t>P</m:t>
                                    </m:r>
                                  </m:e>
                                  <m:sub>
                                    <m:r>
                                      <m:rPr>
                                        <m:sty m:val="p"/>
                                      </m:rPr>
                                      <a:rPr lang="en-US" sz="3400">
                                        <a:effectLst/>
                                        <a:latin typeface="Cambria Math" panose="02040503050406030204" pitchFamily="18" charset="0"/>
                                        <a:ea typeface="Calibri" panose="020F0502020204030204" pitchFamily="34" charset="0"/>
                                        <a:cs typeface="Arial" panose="020B0604020202020204" pitchFamily="34" charset="0"/>
                                      </a:rPr>
                                      <m:t>r</m:t>
                                    </m:r>
                                  </m:sub>
                                </m:sSub>
                                <m:d>
                                  <m:dPr>
                                    <m:ctrlPr>
                                      <a:rPr lang="en-US" sz="3400" i="1">
                                        <a:effectLst/>
                                        <a:latin typeface="Cambria Math" panose="02040503050406030204" pitchFamily="18" charset="0"/>
                                      </a:rPr>
                                    </m:ctrlPr>
                                  </m:dPr>
                                  <m:e>
                                    <m:r>
                                      <m:rPr>
                                        <m:sty m:val="p"/>
                                      </m:rPr>
                                      <a:rPr lang="en-US" sz="3400">
                                        <a:effectLst/>
                                        <a:latin typeface="Cambria Math" panose="02040503050406030204" pitchFamily="18" charset="0"/>
                                        <a:ea typeface="Calibri" panose="020F0502020204030204" pitchFamily="34" charset="0"/>
                                        <a:cs typeface="Arial" panose="020B0604020202020204" pitchFamily="34" charset="0"/>
                                      </a:rPr>
                                      <m:t>Object</m:t>
                                    </m:r>
                                  </m:e>
                                </m:d>
                                <m:r>
                                  <a:rPr lang="en-US" sz="3400" i="1">
                                    <a:effectLst/>
                                    <a:latin typeface="Cambria Math" panose="02040503050406030204" pitchFamily="18" charset="0"/>
                                    <a:ea typeface="Calibri" panose="020F0502020204030204" pitchFamily="34" charset="0"/>
                                    <a:cs typeface="Arial" panose="020B0604020202020204" pitchFamily="34" charset="0"/>
                                  </a:rPr>
                                  <m:t>∗</m:t>
                                </m:r>
                                <m:r>
                                  <m:rPr>
                                    <m:sty m:val="p"/>
                                  </m:rPr>
                                  <a:rPr lang="en-US" sz="3400">
                                    <a:effectLst/>
                                    <a:latin typeface="Cambria Math" panose="02040503050406030204" pitchFamily="18" charset="0"/>
                                    <a:ea typeface="Calibri" panose="020F0502020204030204" pitchFamily="34" charset="0"/>
                                    <a:cs typeface="Arial" panose="020B0604020202020204" pitchFamily="34" charset="0"/>
                                  </a:rPr>
                                  <m:t>IO</m:t>
                                </m:r>
                                <m:sSubSup>
                                  <m:sSubSupPr>
                                    <m:ctrlPr>
                                      <a:rPr lang="en-US" sz="3400" i="1">
                                        <a:effectLst/>
                                        <a:latin typeface="Cambria Math" panose="02040503050406030204" pitchFamily="18" charset="0"/>
                                      </a:rPr>
                                    </m:ctrlPr>
                                  </m:sSubSupPr>
                                  <m:e>
                                    <m:r>
                                      <m:rPr>
                                        <m:sty m:val="p"/>
                                      </m:rPr>
                                      <a:rPr lang="en-US" sz="3400">
                                        <a:effectLst/>
                                        <a:latin typeface="Cambria Math" panose="02040503050406030204" pitchFamily="18" charset="0"/>
                                        <a:ea typeface="Calibri" panose="020F0502020204030204" pitchFamily="34" charset="0"/>
                                        <a:cs typeface="Arial" panose="020B0604020202020204" pitchFamily="34" charset="0"/>
                                      </a:rPr>
                                      <m:t>U</m:t>
                                    </m:r>
                                  </m:e>
                                  <m:sub>
                                    <m:r>
                                      <m:rPr>
                                        <m:sty m:val="p"/>
                                      </m:rPr>
                                      <a:rPr lang="en-US" sz="3400">
                                        <a:effectLst/>
                                        <a:latin typeface="Cambria Math" panose="02040503050406030204" pitchFamily="18" charset="0"/>
                                        <a:ea typeface="Calibri" panose="020F0502020204030204" pitchFamily="34" charset="0"/>
                                        <a:cs typeface="Arial" panose="020B0604020202020204" pitchFamily="34" charset="0"/>
                                      </a:rPr>
                                      <m:t>pred</m:t>
                                    </m:r>
                                  </m:sub>
                                  <m:sup>
                                    <m:r>
                                      <m:rPr>
                                        <m:sty m:val="p"/>
                                      </m:rPr>
                                      <a:rPr lang="en-US" sz="3400">
                                        <a:effectLst/>
                                        <a:latin typeface="Cambria Math" panose="02040503050406030204" pitchFamily="18" charset="0"/>
                                        <a:ea typeface="Calibri" panose="020F0502020204030204" pitchFamily="34" charset="0"/>
                                        <a:cs typeface="Arial" panose="020B0604020202020204" pitchFamily="34" charset="0"/>
                                      </a:rPr>
                                      <m:t>truth</m:t>
                                    </m:r>
                                  </m:sup>
                                </m:sSubSup>
                              </m:oMath>
                            </m:oMathPara>
                          </a14:m>
                          <a:endParaRPr lang="en-US" sz="3400" dirty="0">
                            <a:latin typeface="+mn-lt"/>
                          </a:endParaRPr>
                        </a:p>
                        <a:p>
                          <a:r>
                            <a:rPr lang="en-US" sz="3400" dirty="0"/>
                            <a:t>Where:</a:t>
                          </a:r>
                        </a:p>
                        <a:p>
                          <a14:m>
                            <m:oMath xmlns:m="http://schemas.openxmlformats.org/officeDocument/2006/math">
                              <m:sSub>
                                <m:sSubPr>
                                  <m:ctrlPr>
                                    <a:rPr lang="en-US" sz="3400" b="0" i="1" smtClean="0">
                                      <a:latin typeface="Cambria Math" panose="02040503050406030204" pitchFamily="18" charset="0"/>
                                    </a:rPr>
                                  </m:ctrlPr>
                                </m:sSubPr>
                                <m:e>
                                  <m:r>
                                    <m:rPr>
                                      <m:sty m:val="p"/>
                                    </m:rPr>
                                    <a:rPr lang="en-US" sz="3400" b="0" i="0" smtClean="0">
                                      <a:latin typeface="Cambria Math" panose="02040503050406030204" pitchFamily="18" charset="0"/>
                                    </a:rPr>
                                    <m:t>P</m:t>
                                  </m:r>
                                </m:e>
                                <m:sub>
                                  <m:r>
                                    <m:rPr>
                                      <m:sty m:val="p"/>
                                    </m:rPr>
                                    <a:rPr lang="en-US" sz="3400" b="0" i="0" smtClean="0">
                                      <a:latin typeface="Cambria Math" panose="02040503050406030204" pitchFamily="18" charset="0"/>
                                    </a:rPr>
                                    <m:t>r</m:t>
                                  </m:r>
                                </m:sub>
                              </m:sSub>
                            </m:oMath>
                          </a14:m>
                          <a:r>
                            <a:rPr lang="en-US" sz="3400" dirty="0"/>
                            <a:t>​: The probability that a specific cell contains an object,</a:t>
                          </a:r>
                        </a:p>
                        <a:p>
                          <a14:m>
                            <m:oMath xmlns:m="http://schemas.openxmlformats.org/officeDocument/2006/math">
                              <m:r>
                                <m:rPr>
                                  <m:sty m:val="p"/>
                                </m:rPr>
                                <a:rPr lang="en-US" sz="3400" smtClean="0">
                                  <a:effectLst/>
                                  <a:latin typeface="Cambria Math" panose="02040503050406030204" pitchFamily="18" charset="0"/>
                                  <a:ea typeface="Calibri" panose="020F0502020204030204" pitchFamily="34" charset="0"/>
                                  <a:cs typeface="Arial" panose="020B0604020202020204" pitchFamily="34" charset="0"/>
                                </a:rPr>
                                <m:t>IO</m:t>
                              </m:r>
                              <m:sSubSup>
                                <m:sSubSupPr>
                                  <m:ctrlPr>
                                    <a:rPr lang="en-US" sz="3400" i="1">
                                      <a:effectLst/>
                                      <a:latin typeface="Cambria Math" panose="02040503050406030204" pitchFamily="18" charset="0"/>
                                    </a:rPr>
                                  </m:ctrlPr>
                                </m:sSubSupPr>
                                <m:e>
                                  <m:r>
                                    <m:rPr>
                                      <m:sty m:val="p"/>
                                    </m:rPr>
                                    <a:rPr lang="en-US" sz="3400">
                                      <a:effectLst/>
                                      <a:latin typeface="Cambria Math" panose="02040503050406030204" pitchFamily="18" charset="0"/>
                                      <a:ea typeface="Calibri" panose="020F0502020204030204" pitchFamily="34" charset="0"/>
                                      <a:cs typeface="Arial" panose="020B0604020202020204" pitchFamily="34" charset="0"/>
                                    </a:rPr>
                                    <m:t>U</m:t>
                                  </m:r>
                                </m:e>
                                <m:sub>
                                  <m:r>
                                    <m:rPr>
                                      <m:sty m:val="p"/>
                                    </m:rPr>
                                    <a:rPr lang="en-US" sz="3400">
                                      <a:effectLst/>
                                      <a:latin typeface="Cambria Math" panose="02040503050406030204" pitchFamily="18" charset="0"/>
                                      <a:ea typeface="Calibri" panose="020F0502020204030204" pitchFamily="34" charset="0"/>
                                      <a:cs typeface="Arial" panose="020B0604020202020204" pitchFamily="34" charset="0"/>
                                    </a:rPr>
                                    <m:t>pred</m:t>
                                  </m:r>
                                </m:sub>
                                <m:sup>
                                  <m:r>
                                    <m:rPr>
                                      <m:sty m:val="p"/>
                                    </m:rPr>
                                    <a:rPr lang="en-US" sz="3400">
                                      <a:effectLst/>
                                      <a:latin typeface="Cambria Math" panose="02040503050406030204" pitchFamily="18" charset="0"/>
                                      <a:ea typeface="Calibri" panose="020F0502020204030204" pitchFamily="34" charset="0"/>
                                      <a:cs typeface="Arial" panose="020B0604020202020204" pitchFamily="34" charset="0"/>
                                    </a:rPr>
                                    <m:t>truth</m:t>
                                  </m:r>
                                </m:sup>
                              </m:sSubSup>
                            </m:oMath>
                          </a14:m>
                          <a:r>
                            <a:rPr lang="en-US" sz="3400" dirty="0"/>
                            <a:t>: The Intersection over Union (IOU) metric, which measures the overlap between the predicted bounding box and the ground truth.</a:t>
                          </a: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400" i="1" dirty="0"/>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400" dirty="0"/>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400" dirty="0"/>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400" dirty="0"/>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400" dirty="0"/>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5400" b="1" kern="1200" dirty="0">
                            <a:solidFill>
                              <a:schemeClr val="tx1"/>
                            </a:solidFill>
                            <a:effectLst/>
                            <a:latin typeface="+mn-lt"/>
                            <a:ea typeface="+mn-ea"/>
                            <a:cs typeface="Open Sans Hebrew" panose="00000500000000000000" pitchFamily="2" charset="-79"/>
                          </a:endParaRP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5400" b="1" kern="1200" dirty="0">
                            <a:solidFill>
                              <a:schemeClr val="tx1"/>
                            </a:solidFill>
                            <a:effectLst/>
                            <a:latin typeface="+mn-lt"/>
                            <a:ea typeface="+mn-ea"/>
                            <a:cs typeface="Open Sans Hebrew" panose="00000500000000000000" pitchFamily="2" charset="-79"/>
                          </a:endParaRPr>
                        </a:p>
                        <a:p>
                          <a:pPr marL="0" marR="0" lvl="0" indent="0" algn="l" defTabSz="2519995" rtl="0" eaLnBrk="1" fontAlgn="auto" latinLnBrk="0" hangingPunct="1">
                            <a:lnSpc>
                              <a:spcPct val="100000"/>
                            </a:lnSpc>
                            <a:spcBef>
                              <a:spcPts val="0"/>
                            </a:spcBef>
                            <a:spcAft>
                              <a:spcPts val="0"/>
                            </a:spcAft>
                            <a:buClrTx/>
                            <a:buSzTx/>
                            <a:buFontTx/>
                            <a:buNone/>
                            <a:tabLst/>
                            <a:defRPr/>
                          </a:pPr>
                          <a:r>
                            <a:rPr lang="en-US" sz="5400" b="1" kern="1200" dirty="0">
                              <a:solidFill>
                                <a:schemeClr val="tx1"/>
                              </a:solidFill>
                              <a:effectLst/>
                              <a:latin typeface="+mn-lt"/>
                              <a:ea typeface="+mn-ea"/>
                              <a:cs typeface="Open Sans Hebrew" panose="00000500000000000000" pitchFamily="2" charset="-79"/>
                            </a:rPr>
                            <a:t>Simulations</a:t>
                          </a:r>
                          <a:br>
                            <a:rPr lang="en-US" sz="5400" b="1" kern="1200" dirty="0">
                              <a:solidFill>
                                <a:schemeClr val="tx1"/>
                              </a:solidFill>
                              <a:effectLst/>
                              <a:latin typeface="+mn-lt"/>
                              <a:ea typeface="+mn-ea"/>
                              <a:cs typeface="Open Sans Hebrew" panose="00000500000000000000" pitchFamily="2" charset="-79"/>
                            </a:rPr>
                          </a:br>
                          <a:r>
                            <a:rPr lang="en-US" sz="3400" b="1" dirty="0"/>
                            <a:t>Preparation Stage Prior to integration with the Infrared Sensor-</a:t>
                          </a:r>
                          <a:br>
                            <a:rPr lang="en-US" sz="3400" dirty="0"/>
                          </a:br>
                          <a:r>
                            <a:rPr lang="en-US" sz="3400" dirty="0"/>
                            <a:t>Simulations in Python with over 2,500 images and videos prepared the system for real-time drone detection. Real-time video simulation with a webcam mimicked live scenarios, optimizing YOLOv8's accuracy for dynamic conditions.</a:t>
                          </a: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400" b="1" kern="1200" dirty="0">
                            <a:solidFill>
                              <a:schemeClr val="tx1"/>
                            </a:solidFill>
                            <a:effectLst/>
                            <a:latin typeface="+mn-lt"/>
                            <a:ea typeface="+mn-ea"/>
                            <a:cs typeface="Open Sans Hebrew" panose="00000500000000000000" pitchFamily="2" charset="-79"/>
                          </a:endParaRPr>
                        </a:p>
                      </a:txBody>
                      <a:tcPr marL="137160" marR="13716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2519995" rtl="0" eaLnBrk="1" fontAlgn="auto" latinLnBrk="0" hangingPunct="1">
                            <a:lnSpc>
                              <a:spcPct val="100000"/>
                            </a:lnSpc>
                            <a:spcBef>
                              <a:spcPts val="0"/>
                            </a:spcBef>
                            <a:spcAft>
                              <a:spcPts val="0"/>
                            </a:spcAft>
                            <a:buClrTx/>
                            <a:buSzTx/>
                            <a:buFontTx/>
                            <a:buNone/>
                            <a:tabLst/>
                            <a:defRPr/>
                          </a:pPr>
                          <a:r>
                            <a:rPr lang="en-US" sz="5400" b="1" kern="1200" dirty="0">
                              <a:solidFill>
                                <a:schemeClr val="tx1"/>
                              </a:solidFill>
                              <a:effectLst/>
                              <a:latin typeface="+mn-lt"/>
                              <a:ea typeface="+mn-ea"/>
                              <a:cs typeface="Open Sans Hebrew" panose="00000500000000000000" pitchFamily="2" charset="-79"/>
                            </a:rPr>
                            <a:t>Results</a:t>
                          </a:r>
                        </a:p>
                        <a:p>
                          <a:pPr marL="0" marR="0" lvl="0" indent="0" algn="l" defTabSz="2519995" rtl="0" eaLnBrk="1" fontAlgn="auto" latinLnBrk="0" hangingPunct="1">
                            <a:lnSpc>
                              <a:spcPct val="100000"/>
                            </a:lnSpc>
                            <a:spcBef>
                              <a:spcPts val="0"/>
                            </a:spcBef>
                            <a:spcAft>
                              <a:spcPts val="0"/>
                            </a:spcAft>
                            <a:buClrTx/>
                            <a:buSzTx/>
                            <a:buFontTx/>
                            <a:buNone/>
                            <a:tabLst/>
                            <a:defRPr/>
                          </a:pPr>
                          <a:r>
                            <a:rPr lang="en-US" sz="3400" dirty="0"/>
                            <a:t>Real-time field results showed that the system performed effectively across different altitude ranges, with accurate drone detection and bounding boxes.</a:t>
                          </a:r>
                          <a:endParaRPr lang="en-US" sz="3400" kern="1200" dirty="0">
                            <a:solidFill>
                              <a:schemeClr val="tx1"/>
                            </a:solidFill>
                            <a:effectLst/>
                            <a:latin typeface="+mn-lt"/>
                            <a:ea typeface="+mn-ea"/>
                            <a:cs typeface="Open Sans Hebrew" panose="00000500000000000000" pitchFamily="2" charset="-79"/>
                          </a:endParaRP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5400" b="1" kern="1200" dirty="0">
                            <a:solidFill>
                              <a:schemeClr val="tx1"/>
                            </a:solidFill>
                            <a:effectLst/>
                            <a:latin typeface="+mn-lt"/>
                            <a:ea typeface="+mn-ea"/>
                            <a:cs typeface="Open Sans Hebrew" panose="00000500000000000000" pitchFamily="2" charset="-79"/>
                          </a:endParaRP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5400" b="1" kern="1200" dirty="0">
                            <a:solidFill>
                              <a:schemeClr val="tx1"/>
                            </a:solidFill>
                            <a:effectLst/>
                            <a:latin typeface="+mn-lt"/>
                            <a:ea typeface="+mn-ea"/>
                            <a:cs typeface="Open Sans Hebrew" panose="00000500000000000000" pitchFamily="2" charset="-79"/>
                          </a:endParaRP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5400" b="1" kern="1200" dirty="0">
                            <a:solidFill>
                              <a:schemeClr val="tx1"/>
                            </a:solidFill>
                            <a:effectLst/>
                            <a:latin typeface="+mn-lt"/>
                            <a:ea typeface="+mn-ea"/>
                            <a:cs typeface="Open Sans Hebrew" panose="00000500000000000000" pitchFamily="2" charset="-79"/>
                          </a:endParaRP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5400" b="1" kern="1200" dirty="0">
                            <a:solidFill>
                              <a:schemeClr val="tx1"/>
                            </a:solidFill>
                            <a:effectLst/>
                            <a:latin typeface="+mn-lt"/>
                            <a:ea typeface="+mn-ea"/>
                            <a:cs typeface="Open Sans Hebrew" panose="00000500000000000000" pitchFamily="2" charset="-79"/>
                          </a:endParaRP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5400" b="1" kern="1200" dirty="0">
                            <a:solidFill>
                              <a:schemeClr val="tx1"/>
                            </a:solidFill>
                            <a:effectLst/>
                            <a:latin typeface="+mn-lt"/>
                            <a:ea typeface="+mn-ea"/>
                            <a:cs typeface="Open Sans Hebrew" panose="00000500000000000000" pitchFamily="2" charset="-79"/>
                          </a:endParaRP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5400" b="1" kern="1200" dirty="0">
                            <a:solidFill>
                              <a:schemeClr val="tx1"/>
                            </a:solidFill>
                            <a:effectLst/>
                            <a:latin typeface="+mn-lt"/>
                            <a:ea typeface="+mn-ea"/>
                            <a:cs typeface="Open Sans Hebrew" panose="00000500000000000000" pitchFamily="2" charset="-79"/>
                          </a:endParaRPr>
                        </a:p>
                        <a:p>
                          <a:pPr marL="0" marR="0" lvl="0" indent="0" algn="l" defTabSz="2519995" rtl="0" eaLnBrk="1" fontAlgn="auto" latinLnBrk="0" hangingPunct="1">
                            <a:lnSpc>
                              <a:spcPct val="100000"/>
                            </a:lnSpc>
                            <a:spcBef>
                              <a:spcPts val="0"/>
                            </a:spcBef>
                            <a:spcAft>
                              <a:spcPts val="0"/>
                            </a:spcAft>
                            <a:buClrTx/>
                            <a:buSzTx/>
                            <a:buFontTx/>
                            <a:buNone/>
                            <a:tabLst/>
                            <a:defRPr/>
                          </a:pPr>
                          <a:r>
                            <a:rPr lang="en-US" sz="5400" b="1" kern="1200" dirty="0">
                              <a:solidFill>
                                <a:schemeClr val="tx1"/>
                              </a:solidFill>
                              <a:effectLst/>
                              <a:latin typeface="+mn-lt"/>
                              <a:ea typeface="+mn-ea"/>
                              <a:cs typeface="Open Sans Hebrew" panose="00000500000000000000" pitchFamily="2" charset="-79"/>
                            </a:rPr>
                            <a:t>Conclusions</a:t>
                          </a:r>
                        </a:p>
                        <a:p>
                          <a:pPr marL="0" marR="0" lvl="0" indent="0" algn="l" defTabSz="2519995" rtl="0" eaLnBrk="1" fontAlgn="auto" latinLnBrk="0" hangingPunct="1">
                            <a:lnSpc>
                              <a:spcPct val="100000"/>
                            </a:lnSpc>
                            <a:spcBef>
                              <a:spcPts val="0"/>
                            </a:spcBef>
                            <a:spcAft>
                              <a:spcPts val="0"/>
                            </a:spcAft>
                            <a:buClrTx/>
                            <a:buSzTx/>
                            <a:buFontTx/>
                            <a:buNone/>
                            <a:tabLst/>
                            <a:defRPr/>
                          </a:pPr>
                          <a:r>
                            <a:rPr lang="en-US" sz="3400" dirty="0"/>
                            <a:t>The described methodology for drone detection using the YOLOv8 algorithm demonstrates a robust and effective approach for addressing real-world applications of drone surveillance and monitoring.</a:t>
                          </a:r>
                          <a:endParaRPr lang="en-US" sz="5400" b="1" kern="1200" dirty="0">
                            <a:solidFill>
                              <a:schemeClr val="tx1"/>
                            </a:solidFill>
                            <a:effectLst/>
                            <a:latin typeface="+mn-lt"/>
                            <a:ea typeface="+mn-ea"/>
                            <a:cs typeface="Open Sans Hebrew" panose="00000500000000000000" pitchFamily="2" charset="-79"/>
                          </a:endParaRPr>
                        </a:p>
                        <a:p>
                          <a:pPr marL="457200" marR="0" lvl="0" indent="-457200" algn="l" defTabSz="251999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3400" dirty="0"/>
                            <a:t>The system met most requirements, with a detection range of </a:t>
                          </a:r>
                          <a:br>
                            <a:rPr lang="en-US" sz="3400" dirty="0"/>
                          </a:br>
                          <a:r>
                            <a:rPr lang="en-US" sz="3400" dirty="0"/>
                            <a:t>5–20 meters . However, at higher altitudes (around 20m), detecting the small drone with a low thermal signature was more challenging.</a:t>
                          </a:r>
                          <a:endParaRPr lang="en-US" sz="3400" kern="1200" baseline="0" dirty="0">
                            <a:solidFill>
                              <a:schemeClr val="tx1"/>
                            </a:solidFill>
                            <a:effectLst/>
                            <a:latin typeface="+mn-lt"/>
                            <a:ea typeface="+mn-ea"/>
                            <a:cs typeface="Open Sans Hebrew" panose="00000500000000000000" pitchFamily="2" charset="-79"/>
                          </a:endParaRPr>
                        </a:p>
                        <a:p>
                          <a:pPr marL="457200" marR="0" lvl="0" indent="-457200" algn="l" defTabSz="251999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3400" dirty="0"/>
                            <a:t>A sensor with 30-60 FPS is recommended for the real-time detection application.</a:t>
                          </a:r>
                          <a:endParaRPr lang="en-US" sz="3400" kern="1200" baseline="0" dirty="0">
                            <a:solidFill>
                              <a:schemeClr val="tx1"/>
                            </a:solidFill>
                            <a:effectLst/>
                            <a:latin typeface="+mn-lt"/>
                            <a:ea typeface="+mn-ea"/>
                            <a:cs typeface="Open Sans Hebrew" panose="00000500000000000000" pitchFamily="2" charset="-79"/>
                          </a:endParaRPr>
                        </a:p>
                        <a:p>
                          <a:pPr marL="457200" marR="0" lvl="0" indent="-457200" algn="l" defTabSz="251999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3400" dirty="0"/>
                            <a:t>Enhancing the detection capabilities of the algorithm can be achieved by incorporating a richer dataset that includes images of drones at various angles and distances, along with spatial disturbances such as birds.</a:t>
                          </a:r>
                          <a:br>
                            <a:rPr lang="en-US" sz="3400" dirty="0"/>
                          </a:br>
                          <a:br>
                            <a:rPr lang="en-US" sz="3400" dirty="0"/>
                          </a:br>
                          <a:r>
                            <a:rPr lang="en-US" sz="5400" b="1" kern="1200" dirty="0">
                              <a:solidFill>
                                <a:schemeClr val="tx1"/>
                              </a:solidFill>
                              <a:effectLst/>
                              <a:latin typeface="+mn-lt"/>
                              <a:ea typeface="+mn-ea"/>
                              <a:cs typeface="Open Sans Hebrew" panose="00000500000000000000" pitchFamily="2" charset="-79"/>
                            </a:rPr>
                            <a:t>Bibliography</a:t>
                          </a:r>
                        </a:p>
                        <a:p>
                          <a:pPr marL="0" marR="0" lvl="0" indent="0" algn="l" defTabSz="2519995" rtl="0" eaLnBrk="1" fontAlgn="auto" latinLnBrk="0" hangingPunct="1">
                            <a:lnSpc>
                              <a:spcPct val="100000"/>
                            </a:lnSpc>
                            <a:spcBef>
                              <a:spcPts val="0"/>
                            </a:spcBef>
                            <a:spcAft>
                              <a:spcPts val="0"/>
                            </a:spcAft>
                            <a:buClrTx/>
                            <a:buSzTx/>
                            <a:buFontTx/>
                            <a:buNone/>
                            <a:tabLst/>
                            <a:defRPr/>
                          </a:pPr>
                          <a:r>
                            <a:rPr lang="en-US" sz="3400" dirty="0"/>
                            <a:t>[1]   P. </a:t>
                          </a:r>
                          <a:r>
                            <a:rPr lang="en-US" sz="3400" dirty="0" err="1"/>
                            <a:t>Andrási</a:t>
                          </a:r>
                          <a:r>
                            <a:rPr lang="en-US" sz="3400" dirty="0"/>
                            <a:t>, T. </a:t>
                          </a:r>
                          <a:r>
                            <a:rPr lang="en-US" sz="3400" dirty="0" err="1"/>
                            <a:t>Radišić</a:t>
                          </a:r>
                          <a:r>
                            <a:rPr lang="en-US" sz="3400" dirty="0"/>
                            <a:t>, M. </a:t>
                          </a:r>
                          <a:r>
                            <a:rPr lang="en-US" sz="3400" dirty="0" err="1"/>
                            <a:t>Mustra</a:t>
                          </a:r>
                          <a:r>
                            <a:rPr lang="en-US" sz="3400" dirty="0"/>
                            <a:t>, and J. </a:t>
                          </a:r>
                          <a:r>
                            <a:rPr lang="en-US" sz="3400" dirty="0" err="1"/>
                            <a:t>Ivosevic</a:t>
                          </a:r>
                          <a:r>
                            <a:rPr lang="en-US" sz="3400" dirty="0"/>
                            <a:t>, "Night-time </a:t>
                          </a:r>
                          <a:br>
                            <a:rPr lang="en-US" sz="3400" dirty="0"/>
                          </a:br>
                          <a:r>
                            <a:rPr lang="en-US" sz="3400" dirty="0"/>
                            <a:t>        Detection of UAVs using Thermal Infrared Camera,"     </a:t>
                          </a:r>
                          <a:br>
                            <a:rPr lang="en-US" sz="3400" dirty="0"/>
                          </a:br>
                          <a:r>
                            <a:rPr lang="en-US" sz="3400" dirty="0"/>
                            <a:t>        Transportation Research Procedia, vol. 28, pp. 183-190, </a:t>
                          </a:r>
                          <a:br>
                            <a:rPr lang="en-US" sz="3400" dirty="0"/>
                          </a:br>
                          <a:r>
                            <a:rPr lang="en-US" sz="3400" dirty="0"/>
                            <a:t>         2017. </a:t>
                          </a: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400" dirty="0"/>
                        </a:p>
                        <a:p>
                          <a:pPr marL="0" marR="0" lvl="0" indent="0" algn="l" defTabSz="2519995" rtl="0" eaLnBrk="1" fontAlgn="auto" latinLnBrk="0" hangingPunct="1">
                            <a:lnSpc>
                              <a:spcPct val="100000"/>
                            </a:lnSpc>
                            <a:spcBef>
                              <a:spcPts val="0"/>
                            </a:spcBef>
                            <a:spcAft>
                              <a:spcPts val="0"/>
                            </a:spcAft>
                            <a:buClrTx/>
                            <a:buSzTx/>
                            <a:buFontTx/>
                            <a:buNone/>
                            <a:tabLst/>
                            <a:defRPr/>
                          </a:pPr>
                          <a:r>
                            <a:rPr lang="en-US" sz="3400" dirty="0"/>
                            <a:t>[2]    J. Redmon, S. </a:t>
                          </a:r>
                          <a:r>
                            <a:rPr lang="en-US" sz="3400" dirty="0" err="1"/>
                            <a:t>Divvala</a:t>
                          </a:r>
                          <a:r>
                            <a:rPr lang="en-US" sz="3400" dirty="0"/>
                            <a:t>, R. </a:t>
                          </a:r>
                          <a:r>
                            <a:rPr lang="en-US" sz="3400" dirty="0" err="1"/>
                            <a:t>Girshick</a:t>
                          </a:r>
                          <a:r>
                            <a:rPr lang="en-US" sz="3400" dirty="0"/>
                            <a:t>, and A. Farhadi, "You only </a:t>
                          </a:r>
                          <a:br>
                            <a:rPr lang="en-US" sz="3400" dirty="0"/>
                          </a:br>
                          <a:r>
                            <a:rPr lang="en-US" sz="3400" dirty="0"/>
                            <a:t>          look once: Unified, real-time object detection," Proc. IEEE </a:t>
                          </a:r>
                          <a:br>
                            <a:rPr lang="en-US" sz="3400" dirty="0"/>
                          </a:br>
                          <a:r>
                            <a:rPr lang="en-US" sz="3400" dirty="0"/>
                            <a:t>          Conf.  </a:t>
                          </a:r>
                          <a:r>
                            <a:rPr lang="en-US" sz="3400" dirty="0" err="1"/>
                            <a:t>Comput</a:t>
                          </a:r>
                          <a:r>
                            <a:rPr lang="en-US" sz="3400" dirty="0"/>
                            <a:t>. Vis. Pattern </a:t>
                          </a:r>
                          <a:r>
                            <a:rPr lang="en-US" sz="3400" dirty="0" err="1"/>
                            <a:t>Recognit</a:t>
                          </a:r>
                          <a:r>
                            <a:rPr lang="en-US" sz="3400" dirty="0"/>
                            <a:t>. (CVPR), 2016, pp. 779-</a:t>
                          </a:r>
                          <a:br>
                            <a:rPr lang="en-US" sz="3400" dirty="0"/>
                          </a:br>
                          <a:r>
                            <a:rPr lang="en-US" sz="3400" dirty="0"/>
                            <a:t>           788. </a:t>
                          </a: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200" dirty="0"/>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200" dirty="0"/>
                        </a:p>
                      </a:txBody>
                      <a:tcPr marL="137160" marR="13716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780382">
                    <a:tc>
                      <a:txBody>
                        <a:bodyPr/>
                        <a:lstStyle/>
                        <a:p>
                          <a:pPr marL="0" marR="0" lvl="0" indent="0" algn="l" defTabSz="2519995" rtl="0" eaLnBrk="1" fontAlgn="auto" latinLnBrk="0" hangingPunct="1">
                            <a:lnSpc>
                              <a:spcPct val="100000"/>
                            </a:lnSpc>
                            <a:spcBef>
                              <a:spcPts val="0"/>
                            </a:spcBef>
                            <a:spcAft>
                              <a:spcPts val="0"/>
                            </a:spcAft>
                            <a:buClrTx/>
                            <a:buSzTx/>
                            <a:buFontTx/>
                            <a:buNone/>
                            <a:tabLst/>
                            <a:defRPr/>
                          </a:pPr>
                          <a:endParaRPr lang="en-US" sz="3400" kern="1200" dirty="0">
                            <a:solidFill>
                              <a:schemeClr val="tx1"/>
                            </a:solidFill>
                            <a:effectLst/>
                            <a:latin typeface="+mn-lt"/>
                            <a:ea typeface="+mn-ea"/>
                            <a:cs typeface="Open Sans Hebrew" panose="00000500000000000000" pitchFamily="2" charset="-79"/>
                          </a:endParaRPr>
                        </a:p>
                      </a:txBody>
                      <a:tcPr marL="137160" marR="13716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2519995" rtl="0" eaLnBrk="1" fontAlgn="auto" latinLnBrk="0" hangingPunct="1">
                            <a:lnSpc>
                              <a:spcPct val="100000"/>
                            </a:lnSpc>
                            <a:spcBef>
                              <a:spcPts val="0"/>
                            </a:spcBef>
                            <a:spcAft>
                              <a:spcPts val="0"/>
                            </a:spcAft>
                            <a:buClrTx/>
                            <a:buSzTx/>
                            <a:buFontTx/>
                            <a:buNone/>
                            <a:tabLst/>
                            <a:defRPr/>
                          </a:pPr>
                          <a:endParaRPr lang="en-US" sz="3400" kern="1200" dirty="0">
                            <a:solidFill>
                              <a:schemeClr val="tx1"/>
                            </a:solidFill>
                            <a:effectLst/>
                            <a:latin typeface="+mn-lt"/>
                            <a:ea typeface="+mn-ea"/>
                            <a:cs typeface="Open Sans Hebrew" panose="00000500000000000000" pitchFamily="2" charset="-79"/>
                          </a:endParaRPr>
                        </a:p>
                      </a:txBody>
                      <a:tcPr marL="137160" marR="13716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2519995" rtl="0" eaLnBrk="1" fontAlgn="auto" latinLnBrk="0" hangingPunct="1">
                            <a:lnSpc>
                              <a:spcPct val="100000"/>
                            </a:lnSpc>
                            <a:spcBef>
                              <a:spcPts val="0"/>
                            </a:spcBef>
                            <a:spcAft>
                              <a:spcPts val="0"/>
                            </a:spcAft>
                            <a:buClrTx/>
                            <a:buSzTx/>
                            <a:buFontTx/>
                            <a:buNone/>
                            <a:tabLst/>
                            <a:defRPr/>
                          </a:pPr>
                          <a:endParaRPr lang="en-US" sz="3200" dirty="0"/>
                        </a:p>
                      </a:txBody>
                      <a:tcPr marL="137160" marR="13716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7257739"/>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1531646796"/>
                  </p:ext>
                </p:extLst>
              </p:nvPr>
            </p:nvGraphicFramePr>
            <p:xfrm>
              <a:off x="407159" y="3510434"/>
              <a:ext cx="35185420" cy="23439120"/>
            </p:xfrm>
            <a:graphic>
              <a:graphicData uri="http://schemas.openxmlformats.org/drawingml/2006/table">
                <a:tbl>
                  <a:tblPr>
                    <a:tableStyleId>{2D5ABB26-0587-4C30-8999-92F81FD0307C}</a:tableStyleId>
                  </a:tblPr>
                  <a:tblGrid>
                    <a:gridCol w="11746393">
                      <a:extLst>
                        <a:ext uri="{9D8B030D-6E8A-4147-A177-3AD203B41FA5}">
                          <a16:colId xmlns:a16="http://schemas.microsoft.com/office/drawing/2014/main" val="20000"/>
                        </a:ext>
                      </a:extLst>
                    </a:gridCol>
                    <a:gridCol w="11734833">
                      <a:extLst>
                        <a:ext uri="{9D8B030D-6E8A-4147-A177-3AD203B41FA5}">
                          <a16:colId xmlns:a16="http://schemas.microsoft.com/office/drawing/2014/main" val="20001"/>
                        </a:ext>
                      </a:extLst>
                    </a:gridCol>
                    <a:gridCol w="11704194">
                      <a:extLst>
                        <a:ext uri="{9D8B030D-6E8A-4147-A177-3AD203B41FA5}">
                          <a16:colId xmlns:a16="http://schemas.microsoft.com/office/drawing/2014/main" val="4117049268"/>
                        </a:ext>
                      </a:extLst>
                    </a:gridCol>
                  </a:tblGrid>
                  <a:tr h="22300925">
                    <a:tc>
                      <a:txBody>
                        <a:bodyPr/>
                        <a:lstStyle/>
                        <a:p>
                          <a:pPr marL="0" marR="0" lvl="0" indent="0" algn="l" defTabSz="2519995" rtl="0" eaLnBrk="1" fontAlgn="auto" latinLnBrk="0" hangingPunct="1">
                            <a:lnSpc>
                              <a:spcPct val="100000"/>
                            </a:lnSpc>
                            <a:spcBef>
                              <a:spcPts val="0"/>
                            </a:spcBef>
                            <a:spcAft>
                              <a:spcPts val="0"/>
                            </a:spcAft>
                            <a:buClrTx/>
                            <a:buSzTx/>
                            <a:buFontTx/>
                            <a:buNone/>
                            <a:tabLst/>
                            <a:defRPr/>
                          </a:pPr>
                          <a:r>
                            <a:rPr lang="en-US" sz="5400" b="1" dirty="0">
                              <a:effectLst/>
                              <a:latin typeface="+mn-lt"/>
                              <a:cs typeface="Open Sans Hebrew" panose="00000500000000000000" pitchFamily="2" charset="-79"/>
                            </a:rPr>
                            <a:t>Introduction</a:t>
                          </a:r>
                          <a:endParaRPr lang="en-US" sz="4400" b="1" dirty="0"/>
                        </a:p>
                        <a:p>
                          <a:r>
                            <a:rPr lang="en-US" sz="3400" dirty="0"/>
                            <a:t>The project focuses on real-time drone detection in flight, leveraging the YOLOv8 algorithm and an infrared sensor. By integrating deep learning-based image processing with IR sensor data, the system ensures rapid and precise detection even in challenging visibility conditions. </a:t>
                          </a:r>
                        </a:p>
                        <a:p>
                          <a:pPr marL="0" marR="0" lvl="0" indent="0" algn="l" defTabSz="3359963" rtl="0" eaLnBrk="1" fontAlgn="auto" latinLnBrk="0" hangingPunct="1">
                            <a:lnSpc>
                              <a:spcPct val="100000"/>
                            </a:lnSpc>
                            <a:spcBef>
                              <a:spcPts val="0"/>
                            </a:spcBef>
                            <a:spcAft>
                              <a:spcPts val="0"/>
                            </a:spcAft>
                            <a:buClrTx/>
                            <a:buSzTx/>
                            <a:buFontTx/>
                            <a:buNone/>
                            <a:tabLst/>
                            <a:defRPr/>
                          </a:pPr>
                          <a:br>
                            <a:rPr lang="en-US" sz="3600" b="0" dirty="0">
                              <a:effectLst/>
                              <a:latin typeface="+mn-lt"/>
                              <a:cs typeface="+mn-cs"/>
                            </a:rPr>
                          </a:br>
                          <a:r>
                            <a:rPr lang="en-US" sz="5400" b="1" dirty="0">
                              <a:effectLst/>
                              <a:latin typeface="+mn-lt"/>
                              <a:cs typeface="Open Sans Hebrew" panose="00000500000000000000" pitchFamily="2" charset="-79"/>
                            </a:rPr>
                            <a:t>Project goal</a:t>
                          </a:r>
                          <a:endParaRPr lang="en-US" sz="5400" b="1" dirty="0"/>
                        </a:p>
                        <a:p>
                          <a:r>
                            <a:rPr lang="en-US" sz="3400" dirty="0"/>
                            <a:t>The objective is to develop a robust prototype capable of detecting drones and UAVs in real-time using </a:t>
                          </a:r>
                          <a:r>
                            <a:rPr lang="en-US" sz="3400"/>
                            <a:t>ML algorithm.</a:t>
                          </a:r>
                          <a:endParaRPr lang="en-US" sz="3400" dirty="0"/>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400" b="1" dirty="0"/>
                        </a:p>
                        <a:p>
                          <a:pPr marL="0" marR="0" lvl="0" indent="0" algn="l" defTabSz="2519995" rtl="0" eaLnBrk="1" fontAlgn="auto" latinLnBrk="0" hangingPunct="1">
                            <a:lnSpc>
                              <a:spcPct val="100000"/>
                            </a:lnSpc>
                            <a:spcBef>
                              <a:spcPts val="0"/>
                            </a:spcBef>
                            <a:spcAft>
                              <a:spcPts val="0"/>
                            </a:spcAft>
                            <a:buClrTx/>
                            <a:buSzTx/>
                            <a:buFontTx/>
                            <a:buNone/>
                            <a:tabLst/>
                            <a:defRPr/>
                          </a:pPr>
                          <a:r>
                            <a:rPr lang="en-US" sz="5400" b="1" kern="1200" dirty="0">
                              <a:solidFill>
                                <a:schemeClr val="tx1"/>
                              </a:solidFill>
                              <a:effectLst/>
                              <a:latin typeface="+mn-lt"/>
                              <a:ea typeface="+mn-ea"/>
                              <a:cs typeface="Open Sans Hebrew" panose="00000500000000000000" pitchFamily="2" charset="-79"/>
                            </a:rPr>
                            <a:t>Motivation</a:t>
                          </a:r>
                        </a:p>
                        <a:p>
                          <a:r>
                            <a:rPr lang="en-US" sz="3400" dirty="0"/>
                            <a:t>The increased accessibility of UAVs has led to their misuse in smuggling, surveillance, and offensive operations, posing security challenges due to their small size, low signature, and variable speeds. Infrared sensor-based systems, coupled with machine learning, offer a promising solution for real-time drone detection. This need is highlighted using drones in warfare, such as in the "Operation Iron Swords" conflict and the war in Ukraine.</a:t>
                          </a:r>
                          <a:br>
                            <a:rPr lang="en-US" sz="3600" dirty="0"/>
                          </a:br>
                          <a:br>
                            <a:rPr lang="en-US" sz="3400" b="0" kern="1200" dirty="0">
                              <a:solidFill>
                                <a:schemeClr val="tx1"/>
                              </a:solidFill>
                              <a:effectLst/>
                              <a:latin typeface="+mn-lt"/>
                              <a:ea typeface="+mn-ea"/>
                              <a:cs typeface="Open Sans Hebrew" panose="00000500000000000000" pitchFamily="2" charset="-79"/>
                            </a:rPr>
                          </a:br>
                          <a:r>
                            <a:rPr lang="en-US" sz="5400" b="1" kern="1200" dirty="0">
                              <a:solidFill>
                                <a:schemeClr val="tx1"/>
                              </a:solidFill>
                              <a:effectLst/>
                              <a:latin typeface="+mn-lt"/>
                              <a:ea typeface="+mn-ea"/>
                              <a:cs typeface="Open Sans Hebrew" panose="00000500000000000000" pitchFamily="2" charset="-79"/>
                            </a:rPr>
                            <a:t>Implementation and Block diagram</a:t>
                          </a: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400" kern="1200" dirty="0">
                            <a:solidFill>
                              <a:schemeClr val="tx1"/>
                            </a:solidFill>
                            <a:effectLst/>
                            <a:latin typeface="+mn-lt"/>
                            <a:ea typeface="+mn-ea"/>
                            <a:cs typeface="Open Sans Hebrew" panose="00000500000000000000" pitchFamily="2" charset="-79"/>
                          </a:endParaRP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400" kern="1200" dirty="0">
                            <a:solidFill>
                              <a:schemeClr val="tx1"/>
                            </a:solidFill>
                            <a:effectLst/>
                            <a:latin typeface="+mn-lt"/>
                            <a:ea typeface="+mn-ea"/>
                            <a:cs typeface="Open Sans Hebrew" panose="00000500000000000000" pitchFamily="2" charset="-79"/>
                          </a:endParaRP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400" kern="1200" dirty="0">
                            <a:solidFill>
                              <a:schemeClr val="tx1"/>
                            </a:solidFill>
                            <a:effectLst/>
                            <a:latin typeface="+mn-lt"/>
                            <a:ea typeface="+mn-ea"/>
                            <a:cs typeface="Open Sans Hebrew" panose="00000500000000000000" pitchFamily="2" charset="-79"/>
                          </a:endParaRPr>
                        </a:p>
                      </a:txBody>
                      <a:tcPr marL="137160" marR="13716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he-IL"/>
                        </a:p>
                      </a:txBody>
                      <a:tcPr marL="137160" marR="13716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stretch>
                            <a:fillRect/>
                          </a:stretch>
                        </a:blipFill>
                      </a:tcPr>
                    </a:tc>
                    <a:tc>
                      <a:txBody>
                        <a:bodyPr/>
                        <a:lstStyle/>
                        <a:p>
                          <a:pPr marL="0" marR="0" lvl="0" indent="0" algn="l" defTabSz="2519995" rtl="0" eaLnBrk="1" fontAlgn="auto" latinLnBrk="0" hangingPunct="1">
                            <a:lnSpc>
                              <a:spcPct val="100000"/>
                            </a:lnSpc>
                            <a:spcBef>
                              <a:spcPts val="0"/>
                            </a:spcBef>
                            <a:spcAft>
                              <a:spcPts val="0"/>
                            </a:spcAft>
                            <a:buClrTx/>
                            <a:buSzTx/>
                            <a:buFontTx/>
                            <a:buNone/>
                            <a:tabLst/>
                            <a:defRPr/>
                          </a:pPr>
                          <a:r>
                            <a:rPr lang="en-US" sz="5400" b="1" kern="1200" dirty="0">
                              <a:solidFill>
                                <a:schemeClr val="tx1"/>
                              </a:solidFill>
                              <a:effectLst/>
                              <a:latin typeface="+mn-lt"/>
                              <a:ea typeface="+mn-ea"/>
                              <a:cs typeface="Open Sans Hebrew" panose="00000500000000000000" pitchFamily="2" charset="-79"/>
                            </a:rPr>
                            <a:t>Results</a:t>
                          </a:r>
                        </a:p>
                        <a:p>
                          <a:pPr marL="0" marR="0" lvl="0" indent="0" algn="l" defTabSz="2519995" rtl="0" eaLnBrk="1" fontAlgn="auto" latinLnBrk="0" hangingPunct="1">
                            <a:lnSpc>
                              <a:spcPct val="100000"/>
                            </a:lnSpc>
                            <a:spcBef>
                              <a:spcPts val="0"/>
                            </a:spcBef>
                            <a:spcAft>
                              <a:spcPts val="0"/>
                            </a:spcAft>
                            <a:buClrTx/>
                            <a:buSzTx/>
                            <a:buFontTx/>
                            <a:buNone/>
                            <a:tabLst/>
                            <a:defRPr/>
                          </a:pPr>
                          <a:r>
                            <a:rPr lang="en-US" sz="3400" dirty="0"/>
                            <a:t>Real-time field results showed that the system performed effectively across different altitude ranges, with accurate drone detection and bounding boxes.</a:t>
                          </a:r>
                          <a:endParaRPr lang="en-US" sz="3400" kern="1200" dirty="0">
                            <a:solidFill>
                              <a:schemeClr val="tx1"/>
                            </a:solidFill>
                            <a:effectLst/>
                            <a:latin typeface="+mn-lt"/>
                            <a:ea typeface="+mn-ea"/>
                            <a:cs typeface="Open Sans Hebrew" panose="00000500000000000000" pitchFamily="2" charset="-79"/>
                          </a:endParaRP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5400" b="1" kern="1200" dirty="0">
                            <a:solidFill>
                              <a:schemeClr val="tx1"/>
                            </a:solidFill>
                            <a:effectLst/>
                            <a:latin typeface="+mn-lt"/>
                            <a:ea typeface="+mn-ea"/>
                            <a:cs typeface="Open Sans Hebrew" panose="00000500000000000000" pitchFamily="2" charset="-79"/>
                          </a:endParaRP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5400" b="1" kern="1200" dirty="0">
                            <a:solidFill>
                              <a:schemeClr val="tx1"/>
                            </a:solidFill>
                            <a:effectLst/>
                            <a:latin typeface="+mn-lt"/>
                            <a:ea typeface="+mn-ea"/>
                            <a:cs typeface="Open Sans Hebrew" panose="00000500000000000000" pitchFamily="2" charset="-79"/>
                          </a:endParaRP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5400" b="1" kern="1200" dirty="0">
                            <a:solidFill>
                              <a:schemeClr val="tx1"/>
                            </a:solidFill>
                            <a:effectLst/>
                            <a:latin typeface="+mn-lt"/>
                            <a:ea typeface="+mn-ea"/>
                            <a:cs typeface="Open Sans Hebrew" panose="00000500000000000000" pitchFamily="2" charset="-79"/>
                          </a:endParaRP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5400" b="1" kern="1200" dirty="0">
                            <a:solidFill>
                              <a:schemeClr val="tx1"/>
                            </a:solidFill>
                            <a:effectLst/>
                            <a:latin typeface="+mn-lt"/>
                            <a:ea typeface="+mn-ea"/>
                            <a:cs typeface="Open Sans Hebrew" panose="00000500000000000000" pitchFamily="2" charset="-79"/>
                          </a:endParaRP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5400" b="1" kern="1200" dirty="0">
                            <a:solidFill>
                              <a:schemeClr val="tx1"/>
                            </a:solidFill>
                            <a:effectLst/>
                            <a:latin typeface="+mn-lt"/>
                            <a:ea typeface="+mn-ea"/>
                            <a:cs typeface="Open Sans Hebrew" panose="00000500000000000000" pitchFamily="2" charset="-79"/>
                          </a:endParaRP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5400" b="1" kern="1200" dirty="0">
                            <a:solidFill>
                              <a:schemeClr val="tx1"/>
                            </a:solidFill>
                            <a:effectLst/>
                            <a:latin typeface="+mn-lt"/>
                            <a:ea typeface="+mn-ea"/>
                            <a:cs typeface="Open Sans Hebrew" panose="00000500000000000000" pitchFamily="2" charset="-79"/>
                          </a:endParaRPr>
                        </a:p>
                        <a:p>
                          <a:pPr marL="0" marR="0" lvl="0" indent="0" algn="l" defTabSz="2519995" rtl="0" eaLnBrk="1" fontAlgn="auto" latinLnBrk="0" hangingPunct="1">
                            <a:lnSpc>
                              <a:spcPct val="100000"/>
                            </a:lnSpc>
                            <a:spcBef>
                              <a:spcPts val="0"/>
                            </a:spcBef>
                            <a:spcAft>
                              <a:spcPts val="0"/>
                            </a:spcAft>
                            <a:buClrTx/>
                            <a:buSzTx/>
                            <a:buFontTx/>
                            <a:buNone/>
                            <a:tabLst/>
                            <a:defRPr/>
                          </a:pPr>
                          <a:r>
                            <a:rPr lang="en-US" sz="5400" b="1" kern="1200" dirty="0">
                              <a:solidFill>
                                <a:schemeClr val="tx1"/>
                              </a:solidFill>
                              <a:effectLst/>
                              <a:latin typeface="+mn-lt"/>
                              <a:ea typeface="+mn-ea"/>
                              <a:cs typeface="Open Sans Hebrew" panose="00000500000000000000" pitchFamily="2" charset="-79"/>
                            </a:rPr>
                            <a:t>Conclusions</a:t>
                          </a:r>
                        </a:p>
                        <a:p>
                          <a:pPr marL="0" marR="0" lvl="0" indent="0" algn="l" defTabSz="2519995" rtl="0" eaLnBrk="1" fontAlgn="auto" latinLnBrk="0" hangingPunct="1">
                            <a:lnSpc>
                              <a:spcPct val="100000"/>
                            </a:lnSpc>
                            <a:spcBef>
                              <a:spcPts val="0"/>
                            </a:spcBef>
                            <a:spcAft>
                              <a:spcPts val="0"/>
                            </a:spcAft>
                            <a:buClrTx/>
                            <a:buSzTx/>
                            <a:buFontTx/>
                            <a:buNone/>
                            <a:tabLst/>
                            <a:defRPr/>
                          </a:pPr>
                          <a:r>
                            <a:rPr lang="en-US" sz="3400" dirty="0"/>
                            <a:t>The described methodology for drone detection using the YOLOv8 algorithm demonstrates a robust and effective approach for addressing real-world applications of drone surveillance and monitoring.</a:t>
                          </a:r>
                          <a:endParaRPr lang="en-US" sz="5400" b="1" kern="1200" dirty="0">
                            <a:solidFill>
                              <a:schemeClr val="tx1"/>
                            </a:solidFill>
                            <a:effectLst/>
                            <a:latin typeface="+mn-lt"/>
                            <a:ea typeface="+mn-ea"/>
                            <a:cs typeface="Open Sans Hebrew" panose="00000500000000000000" pitchFamily="2" charset="-79"/>
                          </a:endParaRPr>
                        </a:p>
                        <a:p>
                          <a:pPr marL="457200" marR="0" lvl="0" indent="-457200" algn="l" defTabSz="251999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3400" dirty="0"/>
                            <a:t>The system met most requirements, with a detection range of </a:t>
                          </a:r>
                          <a:br>
                            <a:rPr lang="en-US" sz="3400" dirty="0"/>
                          </a:br>
                          <a:r>
                            <a:rPr lang="en-US" sz="3400" dirty="0"/>
                            <a:t>5–20 meters . However, at higher altitudes (around 20m), detecting the small drone with a low thermal signature was more challenging.</a:t>
                          </a:r>
                          <a:endParaRPr lang="en-US" sz="3400" kern="1200" baseline="0" dirty="0">
                            <a:solidFill>
                              <a:schemeClr val="tx1"/>
                            </a:solidFill>
                            <a:effectLst/>
                            <a:latin typeface="+mn-lt"/>
                            <a:ea typeface="+mn-ea"/>
                            <a:cs typeface="Open Sans Hebrew" panose="00000500000000000000" pitchFamily="2" charset="-79"/>
                          </a:endParaRPr>
                        </a:p>
                        <a:p>
                          <a:pPr marL="457200" marR="0" lvl="0" indent="-457200" algn="l" defTabSz="251999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3400" dirty="0"/>
                            <a:t>A sensor with 30-60 FPS is recommended for the real-time detection application.</a:t>
                          </a:r>
                          <a:endParaRPr lang="en-US" sz="3400" kern="1200" baseline="0" dirty="0">
                            <a:solidFill>
                              <a:schemeClr val="tx1"/>
                            </a:solidFill>
                            <a:effectLst/>
                            <a:latin typeface="+mn-lt"/>
                            <a:ea typeface="+mn-ea"/>
                            <a:cs typeface="Open Sans Hebrew" panose="00000500000000000000" pitchFamily="2" charset="-79"/>
                          </a:endParaRPr>
                        </a:p>
                        <a:p>
                          <a:pPr marL="457200" marR="0" lvl="0" indent="-457200" algn="l" defTabSz="251999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3400" dirty="0"/>
                            <a:t>Enhancing the detection capabilities of the algorithm can be achieved by incorporating a richer dataset that includes images of drones at various angles and distances, along with spatial disturbances such as birds.</a:t>
                          </a:r>
                          <a:br>
                            <a:rPr lang="en-US" sz="3400" dirty="0"/>
                          </a:br>
                          <a:br>
                            <a:rPr lang="en-US" sz="3400" dirty="0"/>
                          </a:br>
                          <a:r>
                            <a:rPr lang="en-US" sz="5400" b="1" kern="1200" dirty="0">
                              <a:solidFill>
                                <a:schemeClr val="tx1"/>
                              </a:solidFill>
                              <a:effectLst/>
                              <a:latin typeface="+mn-lt"/>
                              <a:ea typeface="+mn-ea"/>
                              <a:cs typeface="Open Sans Hebrew" panose="00000500000000000000" pitchFamily="2" charset="-79"/>
                            </a:rPr>
                            <a:t>Bibliography</a:t>
                          </a:r>
                        </a:p>
                        <a:p>
                          <a:pPr marL="0" marR="0" lvl="0" indent="0" algn="l" defTabSz="2519995" rtl="0" eaLnBrk="1" fontAlgn="auto" latinLnBrk="0" hangingPunct="1">
                            <a:lnSpc>
                              <a:spcPct val="100000"/>
                            </a:lnSpc>
                            <a:spcBef>
                              <a:spcPts val="0"/>
                            </a:spcBef>
                            <a:spcAft>
                              <a:spcPts val="0"/>
                            </a:spcAft>
                            <a:buClrTx/>
                            <a:buSzTx/>
                            <a:buFontTx/>
                            <a:buNone/>
                            <a:tabLst/>
                            <a:defRPr/>
                          </a:pPr>
                          <a:r>
                            <a:rPr lang="en-US" sz="3400" dirty="0"/>
                            <a:t>[1]   P. </a:t>
                          </a:r>
                          <a:r>
                            <a:rPr lang="en-US" sz="3400" dirty="0" err="1"/>
                            <a:t>Andrási</a:t>
                          </a:r>
                          <a:r>
                            <a:rPr lang="en-US" sz="3400" dirty="0"/>
                            <a:t>, T. </a:t>
                          </a:r>
                          <a:r>
                            <a:rPr lang="en-US" sz="3400" dirty="0" err="1"/>
                            <a:t>Radišić</a:t>
                          </a:r>
                          <a:r>
                            <a:rPr lang="en-US" sz="3400" dirty="0"/>
                            <a:t>, M. </a:t>
                          </a:r>
                          <a:r>
                            <a:rPr lang="en-US" sz="3400" dirty="0" err="1"/>
                            <a:t>Mustra</a:t>
                          </a:r>
                          <a:r>
                            <a:rPr lang="en-US" sz="3400" dirty="0"/>
                            <a:t>, and J. </a:t>
                          </a:r>
                          <a:r>
                            <a:rPr lang="en-US" sz="3400" dirty="0" err="1"/>
                            <a:t>Ivosevic</a:t>
                          </a:r>
                          <a:r>
                            <a:rPr lang="en-US" sz="3400" dirty="0"/>
                            <a:t>, "Night-time </a:t>
                          </a:r>
                          <a:br>
                            <a:rPr lang="en-US" sz="3400" dirty="0"/>
                          </a:br>
                          <a:r>
                            <a:rPr lang="en-US" sz="3400" dirty="0"/>
                            <a:t>        Detection of UAVs using Thermal Infrared Camera,"     </a:t>
                          </a:r>
                          <a:br>
                            <a:rPr lang="en-US" sz="3400" dirty="0"/>
                          </a:br>
                          <a:r>
                            <a:rPr lang="en-US" sz="3400" dirty="0"/>
                            <a:t>        Transportation Research Procedia, vol. 28, pp. 183-190, </a:t>
                          </a:r>
                          <a:br>
                            <a:rPr lang="en-US" sz="3400" dirty="0"/>
                          </a:br>
                          <a:r>
                            <a:rPr lang="en-US" sz="3400" dirty="0"/>
                            <a:t>         2017. </a:t>
                          </a: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400" dirty="0"/>
                        </a:p>
                        <a:p>
                          <a:pPr marL="0" marR="0" lvl="0" indent="0" algn="l" defTabSz="2519995" rtl="0" eaLnBrk="1" fontAlgn="auto" latinLnBrk="0" hangingPunct="1">
                            <a:lnSpc>
                              <a:spcPct val="100000"/>
                            </a:lnSpc>
                            <a:spcBef>
                              <a:spcPts val="0"/>
                            </a:spcBef>
                            <a:spcAft>
                              <a:spcPts val="0"/>
                            </a:spcAft>
                            <a:buClrTx/>
                            <a:buSzTx/>
                            <a:buFontTx/>
                            <a:buNone/>
                            <a:tabLst/>
                            <a:defRPr/>
                          </a:pPr>
                          <a:r>
                            <a:rPr lang="en-US" sz="3400" dirty="0"/>
                            <a:t>[2]    J. Redmon, S. </a:t>
                          </a:r>
                          <a:r>
                            <a:rPr lang="en-US" sz="3400" dirty="0" err="1"/>
                            <a:t>Divvala</a:t>
                          </a:r>
                          <a:r>
                            <a:rPr lang="en-US" sz="3400" dirty="0"/>
                            <a:t>, R. </a:t>
                          </a:r>
                          <a:r>
                            <a:rPr lang="en-US" sz="3400" dirty="0" err="1"/>
                            <a:t>Girshick</a:t>
                          </a:r>
                          <a:r>
                            <a:rPr lang="en-US" sz="3400" dirty="0"/>
                            <a:t>, and A. Farhadi, "You only </a:t>
                          </a:r>
                          <a:br>
                            <a:rPr lang="en-US" sz="3400" dirty="0"/>
                          </a:br>
                          <a:r>
                            <a:rPr lang="en-US" sz="3400" dirty="0"/>
                            <a:t>          look once: Unified, real-time object detection," Proc. IEEE </a:t>
                          </a:r>
                          <a:br>
                            <a:rPr lang="en-US" sz="3400" dirty="0"/>
                          </a:br>
                          <a:r>
                            <a:rPr lang="en-US" sz="3400" dirty="0"/>
                            <a:t>          Conf.  </a:t>
                          </a:r>
                          <a:r>
                            <a:rPr lang="en-US" sz="3400" dirty="0" err="1"/>
                            <a:t>Comput</a:t>
                          </a:r>
                          <a:r>
                            <a:rPr lang="en-US" sz="3400" dirty="0"/>
                            <a:t>. Vis. Pattern </a:t>
                          </a:r>
                          <a:r>
                            <a:rPr lang="en-US" sz="3400" dirty="0" err="1"/>
                            <a:t>Recognit</a:t>
                          </a:r>
                          <a:r>
                            <a:rPr lang="en-US" sz="3400" dirty="0"/>
                            <a:t>. (CVPR), 2016, pp. 779-</a:t>
                          </a:r>
                          <a:br>
                            <a:rPr lang="en-US" sz="3400" dirty="0"/>
                          </a:br>
                          <a:r>
                            <a:rPr lang="en-US" sz="3400" dirty="0"/>
                            <a:t>           788. </a:t>
                          </a:r>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200" dirty="0"/>
                        </a:p>
                        <a:p>
                          <a:pPr marL="0" marR="0" lvl="0" indent="0" algn="l" defTabSz="2519995" rtl="0" eaLnBrk="1" fontAlgn="auto" latinLnBrk="0" hangingPunct="1">
                            <a:lnSpc>
                              <a:spcPct val="100000"/>
                            </a:lnSpc>
                            <a:spcBef>
                              <a:spcPts val="0"/>
                            </a:spcBef>
                            <a:spcAft>
                              <a:spcPts val="0"/>
                            </a:spcAft>
                            <a:buClrTx/>
                            <a:buSzTx/>
                            <a:buFontTx/>
                            <a:buNone/>
                            <a:tabLst/>
                            <a:defRPr/>
                          </a:pPr>
                          <a:endParaRPr lang="en-US" sz="3200" dirty="0"/>
                        </a:p>
                      </a:txBody>
                      <a:tcPr marL="137160" marR="13716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780382">
                    <a:tc>
                      <a:txBody>
                        <a:bodyPr/>
                        <a:lstStyle/>
                        <a:p>
                          <a:pPr marL="0" marR="0" lvl="0" indent="0" algn="l" defTabSz="2519995" rtl="0" eaLnBrk="1" fontAlgn="auto" latinLnBrk="0" hangingPunct="1">
                            <a:lnSpc>
                              <a:spcPct val="100000"/>
                            </a:lnSpc>
                            <a:spcBef>
                              <a:spcPts val="0"/>
                            </a:spcBef>
                            <a:spcAft>
                              <a:spcPts val="0"/>
                            </a:spcAft>
                            <a:buClrTx/>
                            <a:buSzTx/>
                            <a:buFontTx/>
                            <a:buNone/>
                            <a:tabLst/>
                            <a:defRPr/>
                          </a:pPr>
                          <a:endParaRPr lang="en-US" sz="3400" kern="1200" dirty="0">
                            <a:solidFill>
                              <a:schemeClr val="tx1"/>
                            </a:solidFill>
                            <a:effectLst/>
                            <a:latin typeface="+mn-lt"/>
                            <a:ea typeface="+mn-ea"/>
                            <a:cs typeface="Open Sans Hebrew" panose="00000500000000000000" pitchFamily="2" charset="-79"/>
                          </a:endParaRPr>
                        </a:p>
                      </a:txBody>
                      <a:tcPr marL="137160" marR="13716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2519995" rtl="0" eaLnBrk="1" fontAlgn="auto" latinLnBrk="0" hangingPunct="1">
                            <a:lnSpc>
                              <a:spcPct val="100000"/>
                            </a:lnSpc>
                            <a:spcBef>
                              <a:spcPts val="0"/>
                            </a:spcBef>
                            <a:spcAft>
                              <a:spcPts val="0"/>
                            </a:spcAft>
                            <a:buClrTx/>
                            <a:buSzTx/>
                            <a:buFontTx/>
                            <a:buNone/>
                            <a:tabLst/>
                            <a:defRPr/>
                          </a:pPr>
                          <a:endParaRPr lang="en-US" sz="3400" kern="1200" dirty="0">
                            <a:solidFill>
                              <a:schemeClr val="tx1"/>
                            </a:solidFill>
                            <a:effectLst/>
                            <a:latin typeface="+mn-lt"/>
                            <a:ea typeface="+mn-ea"/>
                            <a:cs typeface="Open Sans Hebrew" panose="00000500000000000000" pitchFamily="2" charset="-79"/>
                          </a:endParaRPr>
                        </a:p>
                      </a:txBody>
                      <a:tcPr marL="137160" marR="13716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2519995" rtl="0" eaLnBrk="1" fontAlgn="auto" latinLnBrk="0" hangingPunct="1">
                            <a:lnSpc>
                              <a:spcPct val="100000"/>
                            </a:lnSpc>
                            <a:spcBef>
                              <a:spcPts val="0"/>
                            </a:spcBef>
                            <a:spcAft>
                              <a:spcPts val="0"/>
                            </a:spcAft>
                            <a:buClrTx/>
                            <a:buSzTx/>
                            <a:buFontTx/>
                            <a:buNone/>
                            <a:tabLst/>
                            <a:defRPr/>
                          </a:pPr>
                          <a:endParaRPr lang="en-US" sz="3200" dirty="0"/>
                        </a:p>
                      </a:txBody>
                      <a:tcPr marL="137160" marR="13716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7257739"/>
                      </a:ext>
                    </a:extLst>
                  </a:tr>
                </a:tbl>
              </a:graphicData>
            </a:graphic>
          </p:graphicFrame>
        </mc:Fallback>
      </mc:AlternateContent>
      <p:sp>
        <p:nvSpPr>
          <p:cNvPr id="14" name="TextBox 13"/>
          <p:cNvSpPr txBox="1"/>
          <p:nvPr/>
        </p:nvSpPr>
        <p:spPr>
          <a:xfrm>
            <a:off x="12429364" y="493456"/>
            <a:ext cx="16737952" cy="3016210"/>
          </a:xfrm>
          <a:prstGeom prst="rect">
            <a:avLst/>
          </a:prstGeom>
          <a:noFill/>
        </p:spPr>
        <p:txBody>
          <a:bodyPr wrap="square" rtlCol="1">
            <a:spAutoFit/>
          </a:bodyPr>
          <a:lstStyle/>
          <a:p>
            <a:pPr algn="ctr"/>
            <a:r>
              <a:rPr lang="en-US" sz="5400" b="1" dirty="0"/>
              <a:t>Drone Detection in Flight Using an Infrared Sensor</a:t>
            </a:r>
            <a:endParaRPr lang="en-US" sz="5400" b="1" dirty="0">
              <a:cs typeface="Open Sans Hebrew" panose="00000500000000000000" pitchFamily="2" charset="-79"/>
            </a:endParaRPr>
          </a:p>
          <a:p>
            <a:pPr algn="ctr"/>
            <a:r>
              <a:rPr lang="en-US" sz="4400" b="1" dirty="0">
                <a:cs typeface="Open Sans Hebrew" panose="00000500000000000000" pitchFamily="2" charset="-79"/>
              </a:rPr>
              <a:t>Project Number</a:t>
            </a:r>
            <a:r>
              <a:rPr lang="he-IL" sz="4400" dirty="0">
                <a:cs typeface="Open Sans Hebrew" panose="00000500000000000000" pitchFamily="2" charset="-79"/>
              </a:rPr>
              <a:t>:</a:t>
            </a:r>
            <a:r>
              <a:rPr lang="en-US" sz="4400" dirty="0">
                <a:cs typeface="Open Sans Hebrew" panose="00000500000000000000" pitchFamily="2" charset="-79"/>
              </a:rPr>
              <a:t> 23-2-1-2985</a:t>
            </a:r>
          </a:p>
          <a:p>
            <a:pPr algn="ctr"/>
            <a:r>
              <a:rPr lang="en-US" sz="4400" b="1" dirty="0">
                <a:cs typeface="Open Sans Hebrew" panose="00000500000000000000" pitchFamily="2" charset="-79"/>
              </a:rPr>
              <a:t>Names</a:t>
            </a:r>
            <a:r>
              <a:rPr lang="en-US" sz="4400" dirty="0">
                <a:cs typeface="Open Sans Hebrew" panose="00000500000000000000" pitchFamily="2" charset="-79"/>
              </a:rPr>
              <a:t>: </a:t>
            </a:r>
            <a:r>
              <a:rPr lang="en-US" sz="4400" dirty="0" err="1">
                <a:cs typeface="Open Sans Hebrew" panose="00000500000000000000" pitchFamily="2" charset="-79"/>
              </a:rPr>
              <a:t>Idan</a:t>
            </a:r>
            <a:r>
              <a:rPr lang="en-US" sz="4400" dirty="0">
                <a:cs typeface="Open Sans Hebrew" panose="00000500000000000000" pitchFamily="2" charset="-79"/>
              </a:rPr>
              <a:t> Levy and Liran </a:t>
            </a:r>
            <a:r>
              <a:rPr lang="en-US" sz="4400" dirty="0" err="1">
                <a:cs typeface="Open Sans Hebrew" panose="00000500000000000000" pitchFamily="2" charset="-79"/>
              </a:rPr>
              <a:t>Galmidi</a:t>
            </a:r>
            <a:endParaRPr lang="he-IL" sz="4400" dirty="0">
              <a:cs typeface="Open Sans Hebrew" panose="00000500000000000000" pitchFamily="2" charset="-79"/>
            </a:endParaRPr>
          </a:p>
          <a:p>
            <a:pPr algn="ctr"/>
            <a:r>
              <a:rPr lang="en-US" sz="4400" b="1" dirty="0">
                <a:cs typeface="Open Sans Hebrew" panose="00000500000000000000" pitchFamily="2" charset="-79"/>
              </a:rPr>
              <a:t>Advisor</a:t>
            </a:r>
            <a:r>
              <a:rPr lang="he-IL" sz="4400" dirty="0">
                <a:cs typeface="Open Sans Hebrew" panose="00000500000000000000" pitchFamily="2" charset="-79"/>
              </a:rPr>
              <a:t>:</a:t>
            </a:r>
            <a:r>
              <a:rPr lang="en-US" sz="4400" dirty="0">
                <a:cs typeface="Open Sans Hebrew" panose="00000500000000000000" pitchFamily="2" charset="-79"/>
              </a:rPr>
              <a:t> Amit </a:t>
            </a:r>
            <a:r>
              <a:rPr lang="en-US" sz="4400" dirty="0" err="1">
                <a:cs typeface="Open Sans Hebrew" panose="00000500000000000000" pitchFamily="2" charset="-79"/>
              </a:rPr>
              <a:t>Twik</a:t>
            </a:r>
            <a:endParaRPr lang="he-IL" sz="4400" dirty="0">
              <a:cs typeface="Open Sans Hebrew" panose="00000500000000000000" pitchFamily="2" charset="-79"/>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139" y="852247"/>
            <a:ext cx="12489813" cy="2846562"/>
          </a:xfrm>
          <a:prstGeom prst="rect">
            <a:avLst/>
          </a:prstGeom>
        </p:spPr>
      </p:pic>
      <p:grpSp>
        <p:nvGrpSpPr>
          <p:cNvPr id="6" name="קבוצה 5">
            <a:extLst>
              <a:ext uri="{FF2B5EF4-FFF2-40B4-BE49-F238E27FC236}">
                <a16:creationId xmlns:a16="http://schemas.microsoft.com/office/drawing/2014/main" id="{BF541C13-5209-2E1C-A966-3F13A8DFDDC2}"/>
              </a:ext>
            </a:extLst>
          </p:cNvPr>
          <p:cNvGrpSpPr/>
          <p:nvPr/>
        </p:nvGrpSpPr>
        <p:grpSpPr>
          <a:xfrm>
            <a:off x="338859" y="16632032"/>
            <a:ext cx="11511298" cy="7381507"/>
            <a:chOff x="661768" y="4057"/>
            <a:chExt cx="10138101" cy="3545836"/>
          </a:xfrm>
        </p:grpSpPr>
        <p:grpSp>
          <p:nvGrpSpPr>
            <p:cNvPr id="10" name="קבוצה 9">
              <a:extLst>
                <a:ext uri="{FF2B5EF4-FFF2-40B4-BE49-F238E27FC236}">
                  <a16:creationId xmlns:a16="http://schemas.microsoft.com/office/drawing/2014/main" id="{4ABDE7E5-29BE-0603-C56E-021A49C591DF}"/>
                </a:ext>
              </a:extLst>
            </p:cNvPr>
            <p:cNvGrpSpPr/>
            <p:nvPr/>
          </p:nvGrpSpPr>
          <p:grpSpPr>
            <a:xfrm>
              <a:off x="661768" y="4057"/>
              <a:ext cx="10138101" cy="3545836"/>
              <a:chOff x="661768" y="6301"/>
              <a:chExt cx="10138101" cy="5505970"/>
            </a:xfrm>
          </p:grpSpPr>
          <p:cxnSp>
            <p:nvCxnSpPr>
              <p:cNvPr id="15" name="מחבר חץ ישר 14">
                <a:extLst>
                  <a:ext uri="{FF2B5EF4-FFF2-40B4-BE49-F238E27FC236}">
                    <a16:creationId xmlns:a16="http://schemas.microsoft.com/office/drawing/2014/main" id="{46FEAF4E-94A1-EC80-3ECF-2899FF816762}"/>
                  </a:ext>
                </a:extLst>
              </p:cNvPr>
              <p:cNvCxnSpPr/>
              <p:nvPr/>
            </p:nvCxnSpPr>
            <p:spPr>
              <a:xfrm flipV="1">
                <a:off x="9427500" y="2576286"/>
                <a:ext cx="0" cy="6070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6" name="קבוצה 15">
                <a:extLst>
                  <a:ext uri="{FF2B5EF4-FFF2-40B4-BE49-F238E27FC236}">
                    <a16:creationId xmlns:a16="http://schemas.microsoft.com/office/drawing/2014/main" id="{52D85A78-CC57-C389-807C-C777DBDFB62A}"/>
                  </a:ext>
                </a:extLst>
              </p:cNvPr>
              <p:cNvGrpSpPr/>
              <p:nvPr/>
            </p:nvGrpSpPr>
            <p:grpSpPr>
              <a:xfrm>
                <a:off x="661768" y="6301"/>
                <a:ext cx="10138101" cy="5505970"/>
                <a:chOff x="661768" y="6301"/>
                <a:chExt cx="10138101" cy="5505970"/>
              </a:xfrm>
            </p:grpSpPr>
            <p:pic>
              <p:nvPicPr>
                <p:cNvPr id="18" name="Picture 10" descr="Boost Computer Vision: NVIDIA CUDA Acceleration">
                  <a:extLst>
                    <a:ext uri="{FF2B5EF4-FFF2-40B4-BE49-F238E27FC236}">
                      <a16:creationId xmlns:a16="http://schemas.microsoft.com/office/drawing/2014/main" id="{96661F1E-CB8B-216B-D1A0-8DB4D81AC4D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2767" t="21569" r="34121" b="19144"/>
                <a:stretch/>
              </p:blipFill>
              <p:spPr bwMode="auto">
                <a:xfrm>
                  <a:off x="9068196" y="3208083"/>
                  <a:ext cx="802456" cy="808857"/>
                </a:xfrm>
                <a:prstGeom prst="rect">
                  <a:avLst/>
                </a:prstGeom>
                <a:noFill/>
                <a:extLst>
                  <a:ext uri="{909E8E84-426E-40DD-AFC4-6F175D3DCCD1}">
                    <a14:hiddenFill xmlns:a14="http://schemas.microsoft.com/office/drawing/2010/main">
                      <a:solidFill>
                        <a:srgbClr val="FFFFFF"/>
                      </a:solidFill>
                    </a14:hiddenFill>
                  </a:ext>
                </a:extLst>
              </p:spPr>
            </p:pic>
            <p:sp>
              <p:nvSpPr>
                <p:cNvPr id="24" name="תיבת טקסט 17">
                  <a:extLst>
                    <a:ext uri="{FF2B5EF4-FFF2-40B4-BE49-F238E27FC236}">
                      <a16:creationId xmlns:a16="http://schemas.microsoft.com/office/drawing/2014/main" id="{A3AD3C90-77F5-87A4-86EE-D24B980828DD}"/>
                    </a:ext>
                  </a:extLst>
                </p:cNvPr>
                <p:cNvSpPr txBox="1"/>
                <p:nvPr/>
              </p:nvSpPr>
              <p:spPr>
                <a:xfrm>
                  <a:off x="5911119" y="3207590"/>
                  <a:ext cx="4590705" cy="1283981"/>
                </a:xfrm>
                <a:prstGeom prst="rect">
                  <a:avLst/>
                </a:prstGeom>
                <a:noFill/>
                <a:ln w="6350">
                  <a:noFill/>
                </a:ln>
              </p:spPr>
              <p:txBody>
                <a:bodyPr rot="0" spcFirstLastPara="0" vert="horz" wrap="square" lIns="91440" tIns="45720" rIns="91440" bIns="45720" numCol="1" spcCol="0" rtlCol="1" fromWordArt="0" anchor="t" anchorCtr="0" forceAA="0" compatLnSpc="1">
                  <a:prstTxWarp prst="textNoShape">
                    <a:avLst/>
                  </a:prstTxWarp>
                  <a:noAutofit/>
                </a:bodyPr>
                <a:lstStyle/>
                <a:p>
                  <a:pPr algn="l" rtl="0">
                    <a:lnSpc>
                      <a:spcPct val="150000"/>
                    </a:lnSpc>
                    <a:spcAft>
                      <a:spcPts val="800"/>
                    </a:spcAft>
                  </a:pPr>
                  <a:r>
                    <a:rPr lang="en-US" sz="2400" b="1" dirty="0">
                      <a:effectLst/>
                      <a:latin typeface="Calibri" panose="020F0502020204030204" pitchFamily="34" charset="0"/>
                      <a:ea typeface="Calibri" panose="020F0502020204030204" pitchFamily="34" charset="0"/>
                      <a:cs typeface="Arial" panose="020B0604020202020204" pitchFamily="34" charset="0"/>
                    </a:rPr>
                    <a:t>Algorithm Run on Nvidia </a:t>
                  </a:r>
                  <a:br>
                    <a:rPr lang="en-US" sz="2400" b="1" dirty="0">
                      <a:effectLst/>
                      <a:latin typeface="Calibri" panose="020F0502020204030204" pitchFamily="34" charset="0"/>
                      <a:ea typeface="Calibri" panose="020F0502020204030204" pitchFamily="34" charset="0"/>
                      <a:cs typeface="Arial" panose="020B0604020202020204" pitchFamily="34" charset="0"/>
                    </a:rPr>
                  </a:br>
                  <a:r>
                    <a:rPr lang="en-US" sz="2400" b="1" dirty="0">
                      <a:effectLst/>
                      <a:latin typeface="Calibri" panose="020F0502020204030204" pitchFamily="34" charset="0"/>
                      <a:ea typeface="Calibri" panose="020F0502020204030204" pitchFamily="34" charset="0"/>
                      <a:cs typeface="Arial" panose="020B0604020202020204" pitchFamily="34" charset="0"/>
                    </a:rPr>
                    <a:t>GPU for better </a:t>
                  </a:r>
                  <a:r>
                    <a:rPr lang="en-US" sz="2400" b="1" dirty="0" err="1">
                      <a:effectLst/>
                      <a:latin typeface="Calibri" panose="020F0502020204030204" pitchFamily="34" charset="0"/>
                      <a:ea typeface="Calibri" panose="020F0502020204030204" pitchFamily="34" charset="0"/>
                      <a:cs typeface="Arial" panose="020B0604020202020204" pitchFamily="34" charset="0"/>
                    </a:rPr>
                    <a:t>preformance</a:t>
                  </a:r>
                  <a:endParaRPr lang="en-US" sz="2400" b="1" dirty="0">
                    <a:effectLst/>
                    <a:latin typeface="Calibri" panose="020F0502020204030204" pitchFamily="34" charset="0"/>
                    <a:ea typeface="Calibri" panose="020F0502020204030204" pitchFamily="34" charset="0"/>
                    <a:cs typeface="Arial" panose="020B0604020202020204" pitchFamily="34" charset="0"/>
                  </a:endParaRPr>
                </a:p>
                <a:p>
                  <a:pPr algn="l" rtl="0">
                    <a:lnSpc>
                      <a:spcPct val="150000"/>
                    </a:lnSpc>
                    <a:spcAft>
                      <a:spcPts val="800"/>
                    </a:spcAft>
                  </a:pPr>
                  <a:endParaRPr lang="en-US" sz="3200" dirty="0">
                    <a:effectLst/>
                    <a:latin typeface="Calibri" panose="020F0502020204030204" pitchFamily="34" charset="0"/>
                    <a:ea typeface="Calibri" panose="020F0502020204030204" pitchFamily="34" charset="0"/>
                    <a:cs typeface="Arial" panose="020B0604020202020204" pitchFamily="34" charset="0"/>
                  </a:endParaRPr>
                </a:p>
              </p:txBody>
            </p:sp>
            <p:cxnSp>
              <p:nvCxnSpPr>
                <p:cNvPr id="28" name="מחבר חץ ישר 27">
                  <a:extLst>
                    <a:ext uri="{FF2B5EF4-FFF2-40B4-BE49-F238E27FC236}">
                      <a16:creationId xmlns:a16="http://schemas.microsoft.com/office/drawing/2014/main" id="{2160A2F0-4CA4-D27B-48D9-A9100E7152CB}"/>
                    </a:ext>
                  </a:extLst>
                </p:cNvPr>
                <p:cNvCxnSpPr/>
                <p:nvPr/>
              </p:nvCxnSpPr>
              <p:spPr>
                <a:xfrm flipV="1">
                  <a:off x="9469424" y="3923894"/>
                  <a:ext cx="0" cy="6070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36" name="קבוצה 35">
                  <a:extLst>
                    <a:ext uri="{FF2B5EF4-FFF2-40B4-BE49-F238E27FC236}">
                      <a16:creationId xmlns:a16="http://schemas.microsoft.com/office/drawing/2014/main" id="{3E065D01-0806-9892-60E9-4BD66DBB5D35}"/>
                    </a:ext>
                  </a:extLst>
                </p:cNvPr>
                <p:cNvGrpSpPr/>
                <p:nvPr/>
              </p:nvGrpSpPr>
              <p:grpSpPr>
                <a:xfrm>
                  <a:off x="661768" y="6301"/>
                  <a:ext cx="10138101" cy="5505970"/>
                  <a:chOff x="661768" y="6301"/>
                  <a:chExt cx="10138101" cy="5505970"/>
                </a:xfrm>
              </p:grpSpPr>
              <p:sp>
                <p:nvSpPr>
                  <p:cNvPr id="37" name="תיבת טקסט 17">
                    <a:extLst>
                      <a:ext uri="{FF2B5EF4-FFF2-40B4-BE49-F238E27FC236}">
                        <a16:creationId xmlns:a16="http://schemas.microsoft.com/office/drawing/2014/main" id="{71E74160-7348-14E3-6D08-10B4A937F38C}"/>
                      </a:ext>
                    </a:extLst>
                  </p:cNvPr>
                  <p:cNvSpPr txBox="1"/>
                  <p:nvPr/>
                </p:nvSpPr>
                <p:spPr>
                  <a:xfrm>
                    <a:off x="661768" y="1352458"/>
                    <a:ext cx="2527572" cy="616531"/>
                  </a:xfrm>
                  <a:prstGeom prst="rect">
                    <a:avLst/>
                  </a:prstGeom>
                  <a:noFill/>
                  <a:ln w="6350">
                    <a:noFill/>
                  </a:ln>
                </p:spPr>
                <p:txBody>
                  <a:bodyPr rot="0" spcFirstLastPara="0" vert="horz" wrap="square" lIns="91440" tIns="45720" rIns="91440" bIns="45720" numCol="1" spcCol="0" rtlCol="1" fromWordArt="0" anchor="t" anchorCtr="0" forceAA="0" compatLnSpc="1">
                    <a:prstTxWarp prst="textNoShape">
                      <a:avLst/>
                    </a:prstTxWarp>
                    <a:noAutofit/>
                  </a:bodyPr>
                  <a:lstStyle/>
                  <a:p>
                    <a:pPr algn="l" rtl="0">
                      <a:lnSpc>
                        <a:spcPct val="150000"/>
                      </a:lnSpc>
                      <a:spcAft>
                        <a:spcPts val="800"/>
                      </a:spcAft>
                    </a:pPr>
                    <a:r>
                      <a:rPr lang="en-US" sz="2400" b="1" dirty="0">
                        <a:effectLst/>
                        <a:latin typeface="Calibri" panose="020F0502020204030204" pitchFamily="34" charset="0"/>
                        <a:ea typeface="Calibri" panose="020F0502020204030204" pitchFamily="34" charset="0"/>
                        <a:cs typeface="Arial" panose="020B0604020202020204" pitchFamily="34" charset="0"/>
                      </a:rPr>
                      <a:t>Thermal radiation</a:t>
                    </a:r>
                  </a:p>
                  <a:p>
                    <a:pPr algn="l" rtl="0">
                      <a:lnSpc>
                        <a:spcPct val="150000"/>
                      </a:lnSpc>
                      <a:spcAft>
                        <a:spcPts val="800"/>
                      </a:spcAft>
                    </a:pPr>
                    <a:endParaRPr lang="en-US" sz="2400" b="1" dirty="0">
                      <a:effectLst/>
                      <a:latin typeface="Calibri" panose="020F0502020204030204" pitchFamily="34" charset="0"/>
                      <a:ea typeface="Calibri" panose="020F0502020204030204" pitchFamily="34" charset="0"/>
                      <a:cs typeface="Arial" panose="020B0604020202020204" pitchFamily="34" charset="0"/>
                    </a:endParaRPr>
                  </a:p>
                </p:txBody>
              </p:sp>
              <p:grpSp>
                <p:nvGrpSpPr>
                  <p:cNvPr id="38" name="קבוצה 37">
                    <a:extLst>
                      <a:ext uri="{FF2B5EF4-FFF2-40B4-BE49-F238E27FC236}">
                        <a16:creationId xmlns:a16="http://schemas.microsoft.com/office/drawing/2014/main" id="{A76F570B-9AC8-2A96-DF61-F3BEA24D1639}"/>
                      </a:ext>
                    </a:extLst>
                  </p:cNvPr>
                  <p:cNvGrpSpPr/>
                  <p:nvPr/>
                </p:nvGrpSpPr>
                <p:grpSpPr>
                  <a:xfrm rot="19126035">
                    <a:off x="2167122" y="6301"/>
                    <a:ext cx="345200" cy="2171410"/>
                    <a:chOff x="2366899" y="60376"/>
                    <a:chExt cx="345200" cy="1020784"/>
                  </a:xfrm>
                </p:grpSpPr>
                <p:pic>
                  <p:nvPicPr>
                    <p:cNvPr id="61" name="Picture 8" descr="The life sine wave – A Learning a Day">
                      <a:extLst>
                        <a:ext uri="{FF2B5EF4-FFF2-40B4-BE49-F238E27FC236}">
                          <a16:creationId xmlns:a16="http://schemas.microsoft.com/office/drawing/2014/main" id="{AA5FCAF3-A1A6-C236-244D-1ACCDFBDB6E9}"/>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2242" t="1151" b="14832"/>
                    <a:stretch/>
                  </p:blipFill>
                  <p:spPr bwMode="auto">
                    <a:xfrm rot="4912683">
                      <a:off x="2029818" y="397457"/>
                      <a:ext cx="1019361" cy="345200"/>
                    </a:xfrm>
                    <a:prstGeom prst="rect">
                      <a:avLst/>
                    </a:prstGeom>
                    <a:noFill/>
                    <a:extLst>
                      <a:ext uri="{909E8E84-426E-40DD-AFC4-6F175D3DCCD1}">
                        <a14:hiddenFill xmlns:a14="http://schemas.microsoft.com/office/drawing/2010/main">
                          <a:solidFill>
                            <a:srgbClr val="FFFFFF"/>
                          </a:solidFill>
                        </a14:hiddenFill>
                      </a:ext>
                    </a:extLst>
                  </p:spPr>
                </p:pic>
                <p:cxnSp>
                  <p:nvCxnSpPr>
                    <p:cNvPr id="62" name="מחבר חץ ישר 61">
                      <a:extLst>
                        <a:ext uri="{FF2B5EF4-FFF2-40B4-BE49-F238E27FC236}">
                          <a16:creationId xmlns:a16="http://schemas.microsoft.com/office/drawing/2014/main" id="{82AB6767-1033-1D4D-3706-0DC9E9F2F71D}"/>
                        </a:ext>
                      </a:extLst>
                    </p:cNvPr>
                    <p:cNvCxnSpPr/>
                    <p:nvPr/>
                  </p:nvCxnSpPr>
                  <p:spPr>
                    <a:xfrm>
                      <a:off x="2630092" y="1058668"/>
                      <a:ext cx="27340" cy="22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39" name="קבוצה 38">
                    <a:extLst>
                      <a:ext uri="{FF2B5EF4-FFF2-40B4-BE49-F238E27FC236}">
                        <a16:creationId xmlns:a16="http://schemas.microsoft.com/office/drawing/2014/main" id="{6C36A7CE-C7AA-3A13-85C1-F5040B86100B}"/>
                      </a:ext>
                    </a:extLst>
                  </p:cNvPr>
                  <p:cNvGrpSpPr/>
                  <p:nvPr/>
                </p:nvGrpSpPr>
                <p:grpSpPr>
                  <a:xfrm>
                    <a:off x="804056" y="138998"/>
                    <a:ext cx="9995813" cy="5373273"/>
                    <a:chOff x="804056" y="138998"/>
                    <a:chExt cx="9995813" cy="5373273"/>
                  </a:xfrm>
                </p:grpSpPr>
                <p:grpSp>
                  <p:nvGrpSpPr>
                    <p:cNvPr id="43" name="קבוצה 42">
                      <a:extLst>
                        <a:ext uri="{FF2B5EF4-FFF2-40B4-BE49-F238E27FC236}">
                          <a16:creationId xmlns:a16="http://schemas.microsoft.com/office/drawing/2014/main" id="{B439EA58-5C63-FF88-D296-F3C7F6D696C8}"/>
                        </a:ext>
                      </a:extLst>
                    </p:cNvPr>
                    <p:cNvGrpSpPr/>
                    <p:nvPr/>
                  </p:nvGrpSpPr>
                  <p:grpSpPr>
                    <a:xfrm>
                      <a:off x="804056" y="138998"/>
                      <a:ext cx="9995813" cy="5373273"/>
                      <a:chOff x="804056" y="138998"/>
                      <a:chExt cx="9995813" cy="5373273"/>
                    </a:xfrm>
                  </p:grpSpPr>
                  <p:grpSp>
                    <p:nvGrpSpPr>
                      <p:cNvPr id="45" name="קבוצה 44">
                        <a:extLst>
                          <a:ext uri="{FF2B5EF4-FFF2-40B4-BE49-F238E27FC236}">
                            <a16:creationId xmlns:a16="http://schemas.microsoft.com/office/drawing/2014/main" id="{09173443-2623-1416-8E23-4B58901DC69E}"/>
                          </a:ext>
                        </a:extLst>
                      </p:cNvPr>
                      <p:cNvGrpSpPr/>
                      <p:nvPr/>
                    </p:nvGrpSpPr>
                    <p:grpSpPr>
                      <a:xfrm>
                        <a:off x="804056" y="138998"/>
                        <a:ext cx="9824993" cy="5373273"/>
                        <a:chOff x="804056" y="138998"/>
                        <a:chExt cx="9824993" cy="5373273"/>
                      </a:xfrm>
                    </p:grpSpPr>
                    <p:grpSp>
                      <p:nvGrpSpPr>
                        <p:cNvPr id="47" name="קבוצה 46">
                          <a:extLst>
                            <a:ext uri="{FF2B5EF4-FFF2-40B4-BE49-F238E27FC236}">
                              <a16:creationId xmlns:a16="http://schemas.microsoft.com/office/drawing/2014/main" id="{620B76EB-BFFC-0A46-F794-B004A1317A50}"/>
                            </a:ext>
                          </a:extLst>
                        </p:cNvPr>
                        <p:cNvGrpSpPr/>
                        <p:nvPr/>
                      </p:nvGrpSpPr>
                      <p:grpSpPr>
                        <a:xfrm>
                          <a:off x="804056" y="138998"/>
                          <a:ext cx="9824993" cy="5334917"/>
                          <a:chOff x="804056" y="138998"/>
                          <a:chExt cx="9824993" cy="5334917"/>
                        </a:xfrm>
                      </p:grpSpPr>
                      <p:grpSp>
                        <p:nvGrpSpPr>
                          <p:cNvPr id="49" name="קבוצה 48">
                            <a:extLst>
                              <a:ext uri="{FF2B5EF4-FFF2-40B4-BE49-F238E27FC236}">
                                <a16:creationId xmlns:a16="http://schemas.microsoft.com/office/drawing/2014/main" id="{01D5297E-CE54-590D-3F51-2E5C7064BCBB}"/>
                              </a:ext>
                            </a:extLst>
                          </p:cNvPr>
                          <p:cNvGrpSpPr/>
                          <p:nvPr/>
                        </p:nvGrpSpPr>
                        <p:grpSpPr>
                          <a:xfrm>
                            <a:off x="3133044" y="138998"/>
                            <a:ext cx="7496005" cy="5334917"/>
                            <a:chOff x="3133044" y="138998"/>
                            <a:chExt cx="7496005" cy="5334917"/>
                          </a:xfrm>
                        </p:grpSpPr>
                        <p:sp>
                          <p:nvSpPr>
                            <p:cNvPr id="52" name="תיבת טקסט 17">
                              <a:extLst>
                                <a:ext uri="{FF2B5EF4-FFF2-40B4-BE49-F238E27FC236}">
                                  <a16:creationId xmlns:a16="http://schemas.microsoft.com/office/drawing/2014/main" id="{459003F5-9E90-CEF1-9D1D-EDA0E7276F1D}"/>
                                </a:ext>
                              </a:extLst>
                            </p:cNvPr>
                            <p:cNvSpPr txBox="1"/>
                            <p:nvPr/>
                          </p:nvSpPr>
                          <p:spPr>
                            <a:xfrm>
                              <a:off x="7591486" y="2447092"/>
                              <a:ext cx="2401939" cy="616210"/>
                            </a:xfrm>
                            <a:prstGeom prst="rect">
                              <a:avLst/>
                            </a:prstGeom>
                            <a:noFill/>
                            <a:ln w="6350">
                              <a:noFill/>
                            </a:ln>
                          </p:spPr>
                          <p:txBody>
                            <a:bodyPr rot="0" spcFirstLastPara="0" vert="horz" wrap="square" lIns="91440" tIns="45720" rIns="91440" bIns="45720" numCol="1" spcCol="0" rtlCol="1" fromWordArt="0" anchor="t" anchorCtr="0" forceAA="0" compatLnSpc="1">
                              <a:prstTxWarp prst="textNoShape">
                                <a:avLst/>
                              </a:prstTxWarp>
                              <a:noAutofit/>
                            </a:bodyPr>
                            <a:lstStyle/>
                            <a:p>
                              <a:pPr algn="l" rtl="0">
                                <a:lnSpc>
                                  <a:spcPct val="150000"/>
                                </a:lnSpc>
                                <a:spcAft>
                                  <a:spcPts val="800"/>
                                </a:spcAft>
                              </a:pPr>
                              <a:r>
                                <a:rPr lang="en-US" sz="2400" b="1" dirty="0">
                                  <a:latin typeface="Calibri" panose="020F0502020204030204" pitchFamily="34" charset="0"/>
                                  <a:ea typeface="Calibri" panose="020F0502020204030204" pitchFamily="34" charset="0"/>
                                  <a:cs typeface="Arial" panose="020B0604020202020204" pitchFamily="34" charset="0"/>
                                </a:rPr>
                                <a:t>Pc</a:t>
                              </a:r>
                              <a:endParaRPr lang="en-US" sz="2400" b="1" dirty="0">
                                <a:effectLst/>
                                <a:latin typeface="Calibri" panose="020F0502020204030204" pitchFamily="34" charset="0"/>
                                <a:ea typeface="Calibri" panose="020F0502020204030204" pitchFamily="34" charset="0"/>
                                <a:cs typeface="Arial" panose="020B0604020202020204" pitchFamily="34" charset="0"/>
                              </a:endParaRPr>
                            </a:p>
                          </p:txBody>
                        </p:sp>
                        <p:grpSp>
                          <p:nvGrpSpPr>
                            <p:cNvPr id="53" name="קבוצה 52">
                              <a:extLst>
                                <a:ext uri="{FF2B5EF4-FFF2-40B4-BE49-F238E27FC236}">
                                  <a16:creationId xmlns:a16="http://schemas.microsoft.com/office/drawing/2014/main" id="{1CED01AA-F7C1-A0E7-4A69-AD7C2CFDD251}"/>
                                </a:ext>
                              </a:extLst>
                            </p:cNvPr>
                            <p:cNvGrpSpPr/>
                            <p:nvPr/>
                          </p:nvGrpSpPr>
                          <p:grpSpPr>
                            <a:xfrm>
                              <a:off x="3133044" y="138998"/>
                              <a:ext cx="7496005" cy="5279346"/>
                              <a:chOff x="3133044" y="138998"/>
                              <a:chExt cx="7496005" cy="5279346"/>
                            </a:xfrm>
                          </p:grpSpPr>
                          <p:grpSp>
                            <p:nvGrpSpPr>
                              <p:cNvPr id="55" name="קבוצה 54">
                                <a:extLst>
                                  <a:ext uri="{FF2B5EF4-FFF2-40B4-BE49-F238E27FC236}">
                                    <a16:creationId xmlns:a16="http://schemas.microsoft.com/office/drawing/2014/main" id="{3A28E79B-1F96-CE9B-6BC7-EC0250D066E4}"/>
                                  </a:ext>
                                </a:extLst>
                              </p:cNvPr>
                              <p:cNvGrpSpPr/>
                              <p:nvPr/>
                            </p:nvGrpSpPr>
                            <p:grpSpPr>
                              <a:xfrm>
                                <a:off x="3133044" y="656121"/>
                                <a:ext cx="7496005" cy="4762223"/>
                                <a:chOff x="3133044" y="656121"/>
                                <a:chExt cx="7496005" cy="4762223"/>
                              </a:xfrm>
                            </p:grpSpPr>
                            <p:sp>
                              <p:nvSpPr>
                                <p:cNvPr id="59" name="תיבת טקסט 17">
                                  <a:extLst>
                                    <a:ext uri="{FF2B5EF4-FFF2-40B4-BE49-F238E27FC236}">
                                      <a16:creationId xmlns:a16="http://schemas.microsoft.com/office/drawing/2014/main" id="{AE2DD237-E14E-8C15-569B-31DF4683328F}"/>
                                    </a:ext>
                                  </a:extLst>
                                </p:cNvPr>
                                <p:cNvSpPr txBox="1"/>
                                <p:nvPr/>
                              </p:nvSpPr>
                              <p:spPr>
                                <a:xfrm>
                                  <a:off x="3133044" y="656121"/>
                                  <a:ext cx="4197974" cy="1265547"/>
                                </a:xfrm>
                                <a:prstGeom prst="rect">
                                  <a:avLst/>
                                </a:prstGeom>
                                <a:noFill/>
                                <a:ln w="6350">
                                  <a:noFill/>
                                </a:ln>
                              </p:spPr>
                              <p:txBody>
                                <a:bodyPr rot="0" spcFirstLastPara="0" vert="horz" wrap="square" lIns="91440" tIns="45720" rIns="91440" bIns="45720" numCol="1" spcCol="0" rtlCol="1" fromWordArt="0" anchor="t" anchorCtr="0" forceAA="0" compatLnSpc="1">
                                  <a:prstTxWarp prst="textNoShape">
                                    <a:avLst/>
                                  </a:prstTxWarp>
                                  <a:noAutofit/>
                                </a:bodyPr>
                                <a:lstStyle/>
                                <a:p>
                                  <a:pPr algn="l" rtl="0">
                                    <a:lnSpc>
                                      <a:spcPct val="150000"/>
                                    </a:lnSpc>
                                    <a:spcAft>
                                      <a:spcPts val="800"/>
                                    </a:spcAft>
                                  </a:pPr>
                                  <a:r>
                                    <a:rPr lang="en-US" sz="2400" b="1" dirty="0">
                                      <a:effectLst/>
                                      <a:latin typeface="Calibri" panose="020F0502020204030204" pitchFamily="34" charset="0"/>
                                      <a:ea typeface="Calibri" panose="020F0502020204030204" pitchFamily="34" charset="0"/>
                                      <a:cs typeface="Arial" panose="020B0604020202020204" pitchFamily="34" charset="0"/>
                                    </a:rPr>
                                    <a:t>Infrared Sensor Teledyne </a:t>
                                  </a:r>
                                  <a:r>
                                    <a:rPr lang="en-US" sz="2400" b="1" dirty="0" err="1">
                                      <a:latin typeface="Calibri" panose="020F0502020204030204" pitchFamily="34" charset="0"/>
                                      <a:ea typeface="Calibri" panose="020F0502020204030204" pitchFamily="34" charset="0"/>
                                      <a:cs typeface="Arial" panose="020B0604020202020204" pitchFamily="34" charset="0"/>
                                    </a:rPr>
                                    <a:t>F</a:t>
                                  </a:r>
                                  <a:r>
                                    <a:rPr lang="en-US" sz="2400" b="1" dirty="0" err="1">
                                      <a:effectLst/>
                                      <a:latin typeface="Calibri" panose="020F0502020204030204" pitchFamily="34" charset="0"/>
                                      <a:ea typeface="Calibri" panose="020F0502020204030204" pitchFamily="34" charset="0"/>
                                      <a:cs typeface="Arial" panose="020B0604020202020204" pitchFamily="34" charset="0"/>
                                    </a:rPr>
                                    <a:t>lir</a:t>
                                  </a:r>
                                  <a:r>
                                    <a:rPr lang="en-US" sz="2400" b="1" dirty="0">
                                      <a:effectLst/>
                                      <a:latin typeface="Calibri" panose="020F0502020204030204" pitchFamily="34" charset="0"/>
                                      <a:ea typeface="Calibri" panose="020F0502020204030204" pitchFamily="34" charset="0"/>
                                      <a:cs typeface="Arial" panose="020B0604020202020204" pitchFamily="34" charset="0"/>
                                    </a:rPr>
                                    <a:t> </a:t>
                                  </a:r>
                                  <a:br>
                                    <a:rPr lang="en-US" sz="2400" b="1" dirty="0">
                                      <a:effectLst/>
                                      <a:latin typeface="Calibri" panose="020F0502020204030204" pitchFamily="34" charset="0"/>
                                      <a:ea typeface="Calibri" panose="020F0502020204030204" pitchFamily="34" charset="0"/>
                                      <a:cs typeface="Arial" panose="020B0604020202020204" pitchFamily="34" charset="0"/>
                                    </a:rPr>
                                  </a:br>
                                  <a:r>
                                    <a:rPr lang="en-US" sz="2400" b="1" dirty="0">
                                      <a:effectLst/>
                                      <a:latin typeface="Calibri" panose="020F0502020204030204" pitchFamily="34" charset="0"/>
                                      <a:ea typeface="Calibri" panose="020F0502020204030204" pitchFamily="34" charset="0"/>
                                      <a:cs typeface="Arial" panose="020B0604020202020204" pitchFamily="34" charset="0"/>
                                    </a:rPr>
                                    <a:t>boson 2.3mm</a:t>
                                  </a:r>
                                </a:p>
                                <a:p>
                                  <a:pPr algn="l" rtl="0">
                                    <a:lnSpc>
                                      <a:spcPct val="150000"/>
                                    </a:lnSpc>
                                    <a:spcAft>
                                      <a:spcPts val="800"/>
                                    </a:spcAft>
                                  </a:pPr>
                                  <a:endParaRPr lang="en-US" sz="3200" b="1"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60" name="Picture 6" descr="Introducing Ultralytics YOLOv8 by Ultralytics Team">
                                  <a:extLst>
                                    <a:ext uri="{FF2B5EF4-FFF2-40B4-BE49-F238E27FC236}">
                                      <a16:creationId xmlns:a16="http://schemas.microsoft.com/office/drawing/2014/main" id="{6DF77DA1-F34B-DAFA-CAB9-B180A883D03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072972" y="4601403"/>
                                  <a:ext cx="1556077" cy="816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6" name="קבוצה 55">
                                <a:extLst>
                                  <a:ext uri="{FF2B5EF4-FFF2-40B4-BE49-F238E27FC236}">
                                    <a16:creationId xmlns:a16="http://schemas.microsoft.com/office/drawing/2014/main" id="{C15CD839-2132-49F6-105F-FF73933ECDF3}"/>
                                  </a:ext>
                                </a:extLst>
                              </p:cNvPr>
                              <p:cNvGrpSpPr/>
                              <p:nvPr/>
                            </p:nvGrpSpPr>
                            <p:grpSpPr>
                              <a:xfrm>
                                <a:off x="6655995" y="138998"/>
                                <a:ext cx="3259949" cy="2462970"/>
                                <a:chOff x="6655995" y="138998"/>
                                <a:chExt cx="3259949" cy="2462970"/>
                              </a:xfrm>
                            </p:grpSpPr>
                            <p:pic>
                              <p:nvPicPr>
                                <p:cNvPr id="57" name="תמונה 56">
                                  <a:extLst>
                                    <a:ext uri="{FF2B5EF4-FFF2-40B4-BE49-F238E27FC236}">
                                      <a16:creationId xmlns:a16="http://schemas.microsoft.com/office/drawing/2014/main" id="{CA7DABB7-D685-1535-280E-11CD23244FF9}"/>
                                    </a:ext>
                                  </a:extLst>
                                </p:cNvPr>
                                <p:cNvPicPr>
                                  <a:picLocks noChangeAspect="1"/>
                                </p:cNvPicPr>
                                <p:nvPr/>
                              </p:nvPicPr>
                              <p:blipFill>
                                <a:blip r:embed="rId6"/>
                                <a:srcRect l="2471" t="5669" r="2001" b="9420"/>
                                <a:stretch/>
                              </p:blipFill>
                              <p:spPr>
                                <a:xfrm>
                                  <a:off x="6655995" y="138998"/>
                                  <a:ext cx="3259949" cy="2462970"/>
                                </a:xfrm>
                                <a:prstGeom prst="rect">
                                  <a:avLst/>
                                </a:prstGeom>
                              </p:spPr>
                            </p:pic>
                            <p:pic>
                              <p:nvPicPr>
                                <p:cNvPr id="58" name="תמונה 57" descr="תמונה שמכילה בחוץ, בניין, רחוב, שלט&#10;&#10;התיאור נוצר באופן אוטומטי">
                                  <a:extLst>
                                    <a:ext uri="{FF2B5EF4-FFF2-40B4-BE49-F238E27FC236}">
                                      <a16:creationId xmlns:a16="http://schemas.microsoft.com/office/drawing/2014/main" id="{8425E36F-6850-D7E6-34F4-C6122978C825}"/>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24344" b="7417"/>
                                <a:stretch/>
                              </p:blipFill>
                              <p:spPr>
                                <a:xfrm>
                                  <a:off x="7139805" y="273738"/>
                                  <a:ext cx="2142773" cy="1342077"/>
                                </a:xfrm>
                                <a:prstGeom prst="rect">
                                  <a:avLst/>
                                </a:prstGeom>
                              </p:spPr>
                            </p:pic>
                          </p:grpSp>
                        </p:grpSp>
                        <p:sp>
                          <p:nvSpPr>
                            <p:cNvPr id="54" name="תיבת טקסט 17">
                              <a:extLst>
                                <a:ext uri="{FF2B5EF4-FFF2-40B4-BE49-F238E27FC236}">
                                  <a16:creationId xmlns:a16="http://schemas.microsoft.com/office/drawing/2014/main" id="{945CBE25-D9CC-88EA-29E1-15BFE6178F5D}"/>
                                </a:ext>
                              </a:extLst>
                            </p:cNvPr>
                            <p:cNvSpPr txBox="1"/>
                            <p:nvPr/>
                          </p:nvSpPr>
                          <p:spPr>
                            <a:xfrm>
                              <a:off x="4661335" y="4589129"/>
                              <a:ext cx="5174808" cy="884786"/>
                            </a:xfrm>
                            <a:prstGeom prst="rect">
                              <a:avLst/>
                            </a:prstGeom>
                            <a:noFill/>
                            <a:ln w="6350">
                              <a:noFill/>
                            </a:ln>
                          </p:spPr>
                          <p:txBody>
                            <a:bodyPr rot="0" spcFirstLastPara="0" vert="horz" wrap="square" lIns="91440" tIns="45720" rIns="91440" bIns="45720" numCol="1" spcCol="0" rtlCol="1" fromWordArt="0" anchor="t" anchorCtr="0" forceAA="0" compatLnSpc="1">
                              <a:prstTxWarp prst="textNoShape">
                                <a:avLst/>
                              </a:prstTxWarp>
                              <a:noAutofit/>
                            </a:bodyPr>
                            <a:lstStyle/>
                            <a:p>
                              <a:pPr rtl="0">
                                <a:lnSpc>
                                  <a:spcPct val="150000"/>
                                </a:lnSpc>
                                <a:spcAft>
                                  <a:spcPts val="800"/>
                                </a:spcAft>
                              </a:pPr>
                              <a:r>
                                <a:rPr lang="en-US" sz="2400" b="1" dirty="0">
                                  <a:effectLst/>
                                  <a:ea typeface="Calibri" panose="020F0502020204030204" pitchFamily="34" charset="0"/>
                                  <a:cs typeface="Arial" panose="020B0604020202020204" pitchFamily="34" charset="0"/>
                                </a:rPr>
                                <a:t>Real Time Object Detection Algorithm YOLOv8 In Python Workspace</a:t>
                              </a:r>
                            </a:p>
                            <a:p>
                              <a:pPr algn="just" rtl="0">
                                <a:lnSpc>
                                  <a:spcPct val="150000"/>
                                </a:lnSpc>
                                <a:spcAft>
                                  <a:spcPts val="800"/>
                                </a:spcAft>
                              </a:pPr>
                              <a:endParaRPr lang="en-US" sz="3200" dirty="0">
                                <a:effectLst/>
                                <a:ea typeface="Calibri" panose="020F0502020204030204" pitchFamily="34" charset="0"/>
                                <a:cs typeface="Arial" panose="020B0604020202020204" pitchFamily="34" charset="0"/>
                              </a:endParaRPr>
                            </a:p>
                          </p:txBody>
                        </p:sp>
                      </p:grpSp>
                      <p:pic>
                        <p:nvPicPr>
                          <p:cNvPr id="50" name="תמונה 49">
                            <a:extLst>
                              <a:ext uri="{FF2B5EF4-FFF2-40B4-BE49-F238E27FC236}">
                                <a16:creationId xmlns:a16="http://schemas.microsoft.com/office/drawing/2014/main" id="{5CD8D1DC-CC4F-8E9F-C639-093B89072B02}"/>
                              </a:ext>
                            </a:extLst>
                          </p:cNvPr>
                          <p:cNvPicPr>
                            <a:picLocks noChangeAspect="1"/>
                          </p:cNvPicPr>
                          <p:nvPr/>
                        </p:nvPicPr>
                        <p:blipFill>
                          <a:blip r:embed="rId8"/>
                          <a:srcRect l="6863" t="28194" r="8179" b="31280"/>
                          <a:stretch/>
                        </p:blipFill>
                        <p:spPr>
                          <a:xfrm>
                            <a:off x="804056" y="345860"/>
                            <a:ext cx="1397726" cy="666735"/>
                          </a:xfrm>
                          <a:prstGeom prst="rect">
                            <a:avLst/>
                          </a:prstGeom>
                        </p:spPr>
                      </p:pic>
                      <p:sp>
                        <p:nvSpPr>
                          <p:cNvPr id="51" name="תיבת טקסט 17">
                            <a:extLst>
                              <a:ext uri="{FF2B5EF4-FFF2-40B4-BE49-F238E27FC236}">
                                <a16:creationId xmlns:a16="http://schemas.microsoft.com/office/drawing/2014/main" id="{68E505FF-B252-CF28-33FF-40A15A4B4F6B}"/>
                              </a:ext>
                            </a:extLst>
                          </p:cNvPr>
                          <p:cNvSpPr txBox="1"/>
                          <p:nvPr/>
                        </p:nvSpPr>
                        <p:spPr>
                          <a:xfrm>
                            <a:off x="1120739" y="798350"/>
                            <a:ext cx="1397726" cy="666735"/>
                          </a:xfrm>
                          <a:prstGeom prst="rect">
                            <a:avLst/>
                          </a:prstGeom>
                          <a:noFill/>
                          <a:ln w="6350">
                            <a:noFill/>
                          </a:ln>
                        </p:spPr>
                        <p:txBody>
                          <a:bodyPr rot="0" spcFirstLastPara="0" vert="horz" wrap="square" lIns="91440" tIns="45720" rIns="91440" bIns="45720" numCol="1" spcCol="0" rtlCol="1" fromWordArt="0" anchor="t" anchorCtr="0" forceAA="0" compatLnSpc="1">
                            <a:prstTxWarp prst="textNoShape">
                              <a:avLst/>
                            </a:prstTxWarp>
                            <a:noAutofit/>
                          </a:bodyPr>
                          <a:lstStyle/>
                          <a:p>
                            <a:pPr algn="l" rtl="0">
                              <a:lnSpc>
                                <a:spcPct val="150000"/>
                              </a:lnSpc>
                              <a:spcAft>
                                <a:spcPts val="800"/>
                              </a:spcAft>
                            </a:pPr>
                            <a:r>
                              <a:rPr lang="en-US" sz="2400" b="1" dirty="0">
                                <a:effectLst/>
                                <a:latin typeface="Calibri" panose="020F0502020204030204" pitchFamily="34" charset="0"/>
                                <a:ea typeface="Calibri" panose="020F0502020204030204" pitchFamily="34" charset="0"/>
                                <a:cs typeface="Arial" panose="020B0604020202020204" pitchFamily="34" charset="0"/>
                              </a:rPr>
                              <a:t>Drone</a:t>
                            </a:r>
                          </a:p>
                          <a:p>
                            <a:pPr algn="l" rtl="0">
                              <a:lnSpc>
                                <a:spcPct val="150000"/>
                              </a:lnSpc>
                              <a:spcAft>
                                <a:spcPts val="800"/>
                              </a:spcAft>
                            </a:pPr>
                            <a:endParaRPr lang="en-US" sz="2400" b="1" dirty="0">
                              <a:effectLst/>
                              <a:latin typeface="Calibri" panose="020F0502020204030204" pitchFamily="34" charset="0"/>
                              <a:ea typeface="Calibri" panose="020F0502020204030204" pitchFamily="34" charset="0"/>
                              <a:cs typeface="Arial" panose="020B0604020202020204" pitchFamily="34" charset="0"/>
                            </a:endParaRPr>
                          </a:p>
                        </p:txBody>
                      </p:sp>
                    </p:grpSp>
                    <p:pic>
                      <p:nvPicPr>
                        <p:cNvPr id="48" name="Picture 2" descr="‪What is Python Coding? | Juni Learning‬‏">
                          <a:extLst>
                            <a:ext uri="{FF2B5EF4-FFF2-40B4-BE49-F238E27FC236}">
                              <a16:creationId xmlns:a16="http://schemas.microsoft.com/office/drawing/2014/main" id="{A398C898-61E3-2550-9111-1A3475D101F2}"/>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130511" y="5065779"/>
                          <a:ext cx="446493" cy="446492"/>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6" name="מחבר ישר 45">
                        <a:extLst>
                          <a:ext uri="{FF2B5EF4-FFF2-40B4-BE49-F238E27FC236}">
                            <a16:creationId xmlns:a16="http://schemas.microsoft.com/office/drawing/2014/main" id="{52A5D8C6-11C0-1596-84E3-E898DC6C3FE9}"/>
                          </a:ext>
                        </a:extLst>
                      </p:cNvPr>
                      <p:cNvCxnSpPr>
                        <a:cxnSpLocks/>
                      </p:cNvCxnSpPr>
                      <p:nvPr/>
                    </p:nvCxnSpPr>
                    <p:spPr>
                      <a:xfrm>
                        <a:off x="9786803" y="2515344"/>
                        <a:ext cx="1013066" cy="219905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cxnSp>
                  <p:nvCxnSpPr>
                    <p:cNvPr id="44" name="מחבר ישר 43">
                      <a:extLst>
                        <a:ext uri="{FF2B5EF4-FFF2-40B4-BE49-F238E27FC236}">
                          <a16:creationId xmlns:a16="http://schemas.microsoft.com/office/drawing/2014/main" id="{23CF3C9B-5738-C6FC-F8E7-003CBC7320A3}"/>
                        </a:ext>
                      </a:extLst>
                    </p:cNvPr>
                    <p:cNvCxnSpPr>
                      <a:cxnSpLocks/>
                    </p:cNvCxnSpPr>
                    <p:nvPr/>
                  </p:nvCxnSpPr>
                  <p:spPr>
                    <a:xfrm flipV="1">
                      <a:off x="3868429" y="2456860"/>
                      <a:ext cx="2835969" cy="290559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cxnSp>
                <p:nvCxnSpPr>
                  <p:cNvPr id="40" name="מחבר: מרפקי 39">
                    <a:extLst>
                      <a:ext uri="{FF2B5EF4-FFF2-40B4-BE49-F238E27FC236}">
                        <a16:creationId xmlns:a16="http://schemas.microsoft.com/office/drawing/2014/main" id="{556B5A49-0361-093B-E500-30D337825751}"/>
                      </a:ext>
                    </a:extLst>
                  </p:cNvPr>
                  <p:cNvCxnSpPr>
                    <a:cxnSpLocks/>
                  </p:cNvCxnSpPr>
                  <p:nvPr/>
                </p:nvCxnSpPr>
                <p:spPr>
                  <a:xfrm flipV="1">
                    <a:off x="4231297" y="2060116"/>
                    <a:ext cx="2716223" cy="129988"/>
                  </a:xfrm>
                  <a:prstGeom prst="bentConnector3">
                    <a:avLst>
                      <a:gd name="adj1" fmla="val 50000"/>
                    </a:avLst>
                  </a:prstGeom>
                  <a:ln/>
                </p:spPr>
                <p:style>
                  <a:lnRef idx="3">
                    <a:schemeClr val="accent1"/>
                  </a:lnRef>
                  <a:fillRef idx="0">
                    <a:schemeClr val="accent1"/>
                  </a:fillRef>
                  <a:effectRef idx="2">
                    <a:schemeClr val="accent1"/>
                  </a:effectRef>
                  <a:fontRef idx="minor">
                    <a:schemeClr val="tx1"/>
                  </a:fontRef>
                </p:style>
              </p:cxnSp>
              <p:sp>
                <p:nvSpPr>
                  <p:cNvPr id="41" name="תיבת טקסט 17">
                    <a:extLst>
                      <a:ext uri="{FF2B5EF4-FFF2-40B4-BE49-F238E27FC236}">
                        <a16:creationId xmlns:a16="http://schemas.microsoft.com/office/drawing/2014/main" id="{BEC03BC3-17F8-D62A-1E8A-EA3D5B8FE5E0}"/>
                      </a:ext>
                    </a:extLst>
                  </p:cNvPr>
                  <p:cNvSpPr txBox="1"/>
                  <p:nvPr/>
                </p:nvSpPr>
                <p:spPr>
                  <a:xfrm>
                    <a:off x="4546951" y="2151810"/>
                    <a:ext cx="2401939" cy="616210"/>
                  </a:xfrm>
                  <a:prstGeom prst="rect">
                    <a:avLst/>
                  </a:prstGeom>
                  <a:noFill/>
                  <a:ln w="6350">
                    <a:noFill/>
                  </a:ln>
                </p:spPr>
                <p:txBody>
                  <a:bodyPr rot="0" spcFirstLastPara="0" vert="horz" wrap="square" lIns="91440" tIns="45720" rIns="91440" bIns="45720" numCol="1" spcCol="0" rtlCol="1" fromWordArt="0" anchor="t" anchorCtr="0" forceAA="0" compatLnSpc="1">
                    <a:prstTxWarp prst="textNoShape">
                      <a:avLst/>
                    </a:prstTxWarp>
                    <a:noAutofit/>
                  </a:bodyPr>
                  <a:lstStyle/>
                  <a:p>
                    <a:pPr algn="l" rtl="0">
                      <a:lnSpc>
                        <a:spcPct val="150000"/>
                      </a:lnSpc>
                      <a:spcAft>
                        <a:spcPts val="800"/>
                      </a:spcAft>
                    </a:pPr>
                    <a:r>
                      <a:rPr lang="en-US" sz="2400" b="1" dirty="0">
                        <a:effectLst/>
                        <a:latin typeface="Calibri" panose="020F0502020204030204" pitchFamily="34" charset="0"/>
                        <a:ea typeface="Calibri" panose="020F0502020204030204" pitchFamily="34" charset="0"/>
                        <a:cs typeface="Arial" panose="020B0604020202020204" pitchFamily="34" charset="0"/>
                      </a:rPr>
                      <a:t>type C−USB</a:t>
                    </a:r>
                  </a:p>
                  <a:p>
                    <a:pPr algn="l" rtl="0">
                      <a:lnSpc>
                        <a:spcPct val="150000"/>
                      </a:lnSpc>
                      <a:spcAft>
                        <a:spcPts val="800"/>
                      </a:spcAft>
                    </a:pPr>
                    <a:endParaRPr lang="en-US" sz="2400" b="1"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42" name="Picture 2" descr="‪Teledyne FLIR BOSON 320 x 256 2.3mm 92° HFoV - LWIR Thermal Camera Core‬‏">
                    <a:extLst>
                      <a:ext uri="{FF2B5EF4-FFF2-40B4-BE49-F238E27FC236}">
                        <a16:creationId xmlns:a16="http://schemas.microsoft.com/office/drawing/2014/main" id="{1C3F6A00-BAD1-B5E5-3E87-7FF426163E7F}"/>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0514" t="24588" r="12861" b="20952"/>
                  <a:stretch/>
                </p:blipFill>
                <p:spPr bwMode="auto">
                  <a:xfrm rot="1448939" flipH="1">
                    <a:off x="3189668" y="1637173"/>
                    <a:ext cx="1067077" cy="758393"/>
                  </a:xfrm>
                  <a:prstGeom prst="rect">
                    <a:avLst/>
                  </a:prstGeom>
                  <a:noFill/>
                  <a:extLst>
                    <a:ext uri="{909E8E84-426E-40DD-AFC4-6F175D3DCCD1}">
                      <a14:hiddenFill xmlns:a14="http://schemas.microsoft.com/office/drawing/2010/main">
                        <a:solidFill>
                          <a:srgbClr val="FFFFFF"/>
                        </a:solidFill>
                      </a14:hiddenFill>
                    </a:ext>
                  </a:extLst>
                </p:spPr>
              </p:pic>
            </p:grpSp>
          </p:grpSp>
        </p:grpSp>
        <p:pic>
          <p:nvPicPr>
            <p:cNvPr id="13" name="תמונה 12">
              <a:extLst>
                <a:ext uri="{FF2B5EF4-FFF2-40B4-BE49-F238E27FC236}">
                  <a16:creationId xmlns:a16="http://schemas.microsoft.com/office/drawing/2014/main" id="{8749F51D-A7FC-9A38-7DA3-2C4E412E6FC7}"/>
                </a:ext>
              </a:extLst>
            </p:cNvPr>
            <p:cNvPicPr>
              <a:picLocks noChangeAspect="1"/>
            </p:cNvPicPr>
            <p:nvPr/>
          </p:nvPicPr>
          <p:blipFill>
            <a:blip r:embed="rId11">
              <a:extLst>
                <a:ext uri="{BEBA8EAE-BF5A-486C-A8C5-ECC9F3942E4B}">
                  <a14:imgProps xmlns:a14="http://schemas.microsoft.com/office/drawing/2010/main">
                    <a14:imgLayer r:embed="rId12">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921878" y="1316102"/>
              <a:ext cx="1790700" cy="1790700"/>
            </a:xfrm>
            <a:prstGeom prst="rect">
              <a:avLst/>
            </a:prstGeom>
            <a:noFill/>
          </p:spPr>
        </p:pic>
      </p:grpSp>
      <p:grpSp>
        <p:nvGrpSpPr>
          <p:cNvPr id="73" name="קבוצה 72">
            <a:extLst>
              <a:ext uri="{FF2B5EF4-FFF2-40B4-BE49-F238E27FC236}">
                <a16:creationId xmlns:a16="http://schemas.microsoft.com/office/drawing/2014/main" id="{28D83203-A372-03F0-28A9-D4BBF260BC80}"/>
              </a:ext>
            </a:extLst>
          </p:cNvPr>
          <p:cNvGrpSpPr/>
          <p:nvPr/>
        </p:nvGrpSpPr>
        <p:grpSpPr>
          <a:xfrm>
            <a:off x="12403377" y="11388081"/>
            <a:ext cx="11192984" cy="3892844"/>
            <a:chOff x="96982" y="0"/>
            <a:chExt cx="4196094" cy="1489737"/>
          </a:xfrm>
        </p:grpSpPr>
        <p:grpSp>
          <p:nvGrpSpPr>
            <p:cNvPr id="74" name="קבוצה 73">
              <a:extLst>
                <a:ext uri="{FF2B5EF4-FFF2-40B4-BE49-F238E27FC236}">
                  <a16:creationId xmlns:a16="http://schemas.microsoft.com/office/drawing/2014/main" id="{55DA10C9-4147-FE73-9BCC-B0E1D3048299}"/>
                </a:ext>
              </a:extLst>
            </p:cNvPr>
            <p:cNvGrpSpPr/>
            <p:nvPr/>
          </p:nvGrpSpPr>
          <p:grpSpPr>
            <a:xfrm>
              <a:off x="1472258" y="173182"/>
              <a:ext cx="2820818" cy="1316555"/>
              <a:chOff x="1652367" y="-251460"/>
              <a:chExt cx="2820818" cy="1316555"/>
            </a:xfrm>
          </p:grpSpPr>
          <p:grpSp>
            <p:nvGrpSpPr>
              <p:cNvPr id="84" name="קבוצה 83">
                <a:extLst>
                  <a:ext uri="{FF2B5EF4-FFF2-40B4-BE49-F238E27FC236}">
                    <a16:creationId xmlns:a16="http://schemas.microsoft.com/office/drawing/2014/main" id="{64AB8824-5919-E354-8D63-E53CDBB0901D}"/>
                  </a:ext>
                </a:extLst>
              </p:cNvPr>
              <p:cNvGrpSpPr/>
              <p:nvPr/>
            </p:nvGrpSpPr>
            <p:grpSpPr>
              <a:xfrm>
                <a:off x="1865610" y="-251460"/>
                <a:ext cx="2607575" cy="1316555"/>
                <a:chOff x="1865610" y="-251460"/>
                <a:chExt cx="2607575" cy="1316555"/>
              </a:xfrm>
            </p:grpSpPr>
            <p:pic>
              <p:nvPicPr>
                <p:cNvPr id="86" name="תמונה 85">
                  <a:extLst>
                    <a:ext uri="{FF2B5EF4-FFF2-40B4-BE49-F238E27FC236}">
                      <a16:creationId xmlns:a16="http://schemas.microsoft.com/office/drawing/2014/main" id="{E6738BD7-0749-E44F-C38D-3926B3863946}"/>
                    </a:ext>
                  </a:extLst>
                </p:cNvPr>
                <p:cNvPicPr>
                  <a:picLocks noChangeAspect="1"/>
                </p:cNvPicPr>
                <p:nvPr/>
              </p:nvPicPr>
              <p:blipFill rotWithShape="1">
                <a:blip r:embed="rId13" cstate="print">
                  <a:extLst>
                    <a:ext uri="{28A0092B-C50C-407E-A947-70E740481C1C}">
                      <a14:useLocalDpi xmlns:a14="http://schemas.microsoft.com/office/drawing/2010/main" val="0"/>
                    </a:ext>
                  </a:extLst>
                </a:blip>
                <a:srcRect l="50400"/>
                <a:stretch/>
              </p:blipFill>
              <p:spPr bwMode="auto">
                <a:xfrm>
                  <a:off x="3884792" y="-251460"/>
                  <a:ext cx="588393" cy="727363"/>
                </a:xfrm>
                <a:prstGeom prst="rect">
                  <a:avLst/>
                </a:prstGeom>
                <a:noFill/>
                <a:ln>
                  <a:noFill/>
                </a:ln>
                <a:extLst>
                  <a:ext uri="{53640926-AAD7-44D8-BBD7-CCE9431645EC}">
                    <a14:shadowObscured xmlns:a14="http://schemas.microsoft.com/office/drawing/2010/main"/>
                  </a:ext>
                </a:extLst>
              </p:spPr>
            </p:pic>
            <p:pic>
              <p:nvPicPr>
                <p:cNvPr id="87" name="תמונה 86" descr="תמונה שמכילה תרשים, קו, צילום מסך, עלילה&#10;&#10;התיאור נוצר באופן אוטומטי">
                  <a:extLst>
                    <a:ext uri="{FF2B5EF4-FFF2-40B4-BE49-F238E27FC236}">
                      <a16:creationId xmlns:a16="http://schemas.microsoft.com/office/drawing/2014/main" id="{E1D63C84-5859-1F99-791D-7F612B59EB0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865610" y="540022"/>
                  <a:ext cx="1864762" cy="525073"/>
                </a:xfrm>
                <a:prstGeom prst="rect">
                  <a:avLst/>
                </a:prstGeom>
              </p:spPr>
            </p:pic>
          </p:grpSp>
          <mc:AlternateContent xmlns:mc="http://schemas.openxmlformats.org/markup-compatibility/2006" xmlns:a14="http://schemas.microsoft.com/office/drawing/2010/main">
            <mc:Choice Requires="a14">
              <p:sp>
                <p:nvSpPr>
                  <p:cNvPr id="85" name="תיבת טקסט 76">
                    <a:extLst>
                      <a:ext uri="{FF2B5EF4-FFF2-40B4-BE49-F238E27FC236}">
                        <a16:creationId xmlns:a16="http://schemas.microsoft.com/office/drawing/2014/main" id="{508A6D21-5795-C1BC-F53C-C96DD0E87B9E}"/>
                      </a:ext>
                    </a:extLst>
                  </p:cNvPr>
                  <p:cNvSpPr txBox="1"/>
                  <p:nvPr/>
                </p:nvSpPr>
                <p:spPr>
                  <a:xfrm>
                    <a:off x="1652367" y="-136698"/>
                    <a:ext cx="2289463" cy="419100"/>
                  </a:xfrm>
                  <a:prstGeom prst="rect">
                    <a:avLst/>
                  </a:prstGeom>
                  <a:noFill/>
                  <a:ln w="6350">
                    <a:noFill/>
                  </a:ln>
                </p:spPr>
                <p:txBody>
                  <a:bodyPr rot="0" spcFirstLastPara="0" vert="horz" wrap="square" lIns="91440" tIns="45720" rIns="91440" bIns="45720" numCol="1" spcCol="0" rtlCol="1" fromWordArt="0" anchor="t" anchorCtr="0" forceAA="0" compatLnSpc="1">
                    <a:prstTxWarp prst="textNoShape">
                      <a:avLst/>
                    </a:prstTxWarp>
                    <a:noAutofit/>
                  </a:bodyPr>
                  <a:lstStyle/>
                  <a:p>
                    <a:pPr algn="r" rtl="1">
                      <a:lnSpc>
                        <a:spcPct val="107000"/>
                      </a:lnSpc>
                      <a:spcAft>
                        <a:spcPts val="800"/>
                      </a:spcAft>
                    </a:pPr>
                    <a14:m>
                      <m:oMathPara xmlns:m="http://schemas.openxmlformats.org/officeDocument/2006/math">
                        <m:oMathParaPr>
                          <m:jc m:val="centerGroup"/>
                        </m:oMathParaPr>
                        <m:oMath xmlns:m="http://schemas.openxmlformats.org/officeDocument/2006/math">
                          <m:r>
                            <a:rPr lang="en-US" sz="3400" i="1">
                              <a:effectLst/>
                              <a:latin typeface="Cambria Math" panose="02040503050406030204" pitchFamily="18" charset="0"/>
                              <a:ea typeface="Aptos" panose="020B0004020202020204" pitchFamily="34" charset="0"/>
                              <a:cs typeface="Arial" panose="020B0604020202020204" pitchFamily="34" charset="0"/>
                            </a:rPr>
                            <m:t>    </m:t>
                          </m:r>
                          <m:r>
                            <m:rPr>
                              <m:sty m:val="p"/>
                            </m:rPr>
                            <a:rPr lang="en-US" sz="3400">
                              <a:effectLst/>
                              <a:latin typeface="Cambria Math" panose="02040503050406030204" pitchFamily="18" charset="0"/>
                              <a:ea typeface="Times New Roman" panose="02020603050405020304" pitchFamily="18" charset="0"/>
                              <a:cs typeface="Arial" panose="020B0604020202020204" pitchFamily="34" charset="0"/>
                            </a:rPr>
                            <m:t>IOU</m:t>
                          </m:r>
                          <m:r>
                            <a:rPr lang="en-US" sz="3400">
                              <a:effectLst/>
                              <a:latin typeface="Cambria Math" panose="02040503050406030204" pitchFamily="18" charset="0"/>
                              <a:ea typeface="Times New Roman" panose="02020603050405020304" pitchFamily="18" charset="0"/>
                              <a:cs typeface="Arial" panose="020B0604020202020204" pitchFamily="34" charset="0"/>
                            </a:rPr>
                            <m:t>=</m:t>
                          </m:r>
                          <m:f>
                            <m:fPr>
                              <m:ctrlPr>
                                <a:rPr lang="en-US" sz="3400" i="1">
                                  <a:effectLst/>
                                  <a:latin typeface="Cambria Math" panose="02040503050406030204" pitchFamily="18" charset="0"/>
                                  <a:ea typeface="Times New Roman" panose="02020603050405020304" pitchFamily="18" charset="0"/>
                                  <a:cs typeface="Arial" panose="020B0604020202020204" pitchFamily="34" charset="0"/>
                                </a:rPr>
                              </m:ctrlPr>
                            </m:fPr>
                            <m:num>
                              <m:r>
                                <m:rPr>
                                  <m:sty m:val="p"/>
                                </m:rPr>
                                <a:rPr lang="en-US" sz="3400">
                                  <a:effectLst/>
                                  <a:latin typeface="Cambria Math" panose="02040503050406030204" pitchFamily="18" charset="0"/>
                                  <a:ea typeface="Times New Roman" panose="02020603050405020304" pitchFamily="18" charset="0"/>
                                  <a:cs typeface="Arial" panose="020B0604020202020204" pitchFamily="34" charset="0"/>
                                </a:rPr>
                                <m:t>Area</m:t>
                              </m:r>
                              <m:r>
                                <a:rPr lang="en-US" sz="3400">
                                  <a:effectLst/>
                                  <a:latin typeface="Cambria Math" panose="02040503050406030204" pitchFamily="18" charset="0"/>
                                  <a:ea typeface="Times New Roman" panose="02020603050405020304" pitchFamily="18" charset="0"/>
                                  <a:cs typeface="Arial" panose="020B0604020202020204" pitchFamily="34" charset="0"/>
                                </a:rPr>
                                <m:t> </m:t>
                              </m:r>
                              <m:r>
                                <m:rPr>
                                  <m:sty m:val="p"/>
                                </m:rPr>
                                <a:rPr lang="en-US" sz="3400">
                                  <a:effectLst/>
                                  <a:latin typeface="Cambria Math" panose="02040503050406030204" pitchFamily="18" charset="0"/>
                                  <a:ea typeface="Times New Roman" panose="02020603050405020304" pitchFamily="18" charset="0"/>
                                  <a:cs typeface="Arial" panose="020B0604020202020204" pitchFamily="34" charset="0"/>
                                </a:rPr>
                                <m:t>of</m:t>
                              </m:r>
                              <m:r>
                                <a:rPr lang="en-US" sz="3400">
                                  <a:effectLst/>
                                  <a:latin typeface="Cambria Math" panose="02040503050406030204" pitchFamily="18" charset="0"/>
                                  <a:ea typeface="Times New Roman" panose="02020603050405020304" pitchFamily="18" charset="0"/>
                                  <a:cs typeface="Arial" panose="020B0604020202020204" pitchFamily="34" charset="0"/>
                                </a:rPr>
                                <m:t> </m:t>
                              </m:r>
                              <m:r>
                                <m:rPr>
                                  <m:sty m:val="p"/>
                                </m:rPr>
                                <a:rPr lang="en-US" sz="3400">
                                  <a:effectLst/>
                                  <a:latin typeface="Cambria Math" panose="02040503050406030204" pitchFamily="18" charset="0"/>
                                  <a:ea typeface="Times New Roman" panose="02020603050405020304" pitchFamily="18" charset="0"/>
                                  <a:cs typeface="Arial" panose="020B0604020202020204" pitchFamily="34" charset="0"/>
                                </a:rPr>
                                <m:t>intersection</m:t>
                              </m:r>
                            </m:num>
                            <m:den>
                              <m:r>
                                <m:rPr>
                                  <m:sty m:val="p"/>
                                </m:rPr>
                                <a:rPr lang="en-US" sz="3400">
                                  <a:effectLst/>
                                  <a:latin typeface="Cambria Math" panose="02040503050406030204" pitchFamily="18" charset="0"/>
                                  <a:ea typeface="Times New Roman" panose="02020603050405020304" pitchFamily="18" charset="0"/>
                                  <a:cs typeface="Arial" panose="020B0604020202020204" pitchFamily="34" charset="0"/>
                                </a:rPr>
                                <m:t>Area</m:t>
                              </m:r>
                              <m:r>
                                <a:rPr lang="en-US" sz="3400">
                                  <a:effectLst/>
                                  <a:latin typeface="Cambria Math" panose="02040503050406030204" pitchFamily="18" charset="0"/>
                                  <a:ea typeface="Times New Roman" panose="02020603050405020304" pitchFamily="18" charset="0"/>
                                  <a:cs typeface="Arial" panose="020B0604020202020204" pitchFamily="34" charset="0"/>
                                </a:rPr>
                                <m:t> </m:t>
                              </m:r>
                              <m:r>
                                <m:rPr>
                                  <m:sty m:val="p"/>
                                </m:rPr>
                                <a:rPr lang="en-US" sz="3400">
                                  <a:effectLst/>
                                  <a:latin typeface="Cambria Math" panose="02040503050406030204" pitchFamily="18" charset="0"/>
                                  <a:ea typeface="Times New Roman" panose="02020603050405020304" pitchFamily="18" charset="0"/>
                                  <a:cs typeface="Arial" panose="020B0604020202020204" pitchFamily="34" charset="0"/>
                                </a:rPr>
                                <m:t>of</m:t>
                              </m:r>
                              <m:r>
                                <a:rPr lang="en-US" sz="3400">
                                  <a:effectLst/>
                                  <a:latin typeface="Cambria Math" panose="02040503050406030204" pitchFamily="18" charset="0"/>
                                  <a:ea typeface="Times New Roman" panose="02020603050405020304" pitchFamily="18" charset="0"/>
                                  <a:cs typeface="Arial" panose="020B0604020202020204" pitchFamily="34" charset="0"/>
                                </a:rPr>
                                <m:t> </m:t>
                              </m:r>
                              <m:r>
                                <m:rPr>
                                  <m:sty m:val="p"/>
                                </m:rPr>
                                <a:rPr lang="en-US" sz="3400">
                                  <a:effectLst/>
                                  <a:latin typeface="Cambria Math" panose="02040503050406030204" pitchFamily="18" charset="0"/>
                                  <a:ea typeface="Times New Roman" panose="02020603050405020304" pitchFamily="18" charset="0"/>
                                  <a:cs typeface="Arial" panose="020B0604020202020204" pitchFamily="34" charset="0"/>
                                </a:rPr>
                                <m:t>Union</m:t>
                              </m:r>
                            </m:den>
                          </m:f>
                          <m:r>
                            <a:rPr lang="en-US" sz="3400" i="1">
                              <a:effectLst/>
                              <a:latin typeface="Cambria Math" panose="02040503050406030204" pitchFamily="18" charset="0"/>
                              <a:ea typeface="Times New Roman" panose="02020603050405020304" pitchFamily="18" charset="0"/>
                              <a:cs typeface="Arial" panose="020B0604020202020204" pitchFamily="34" charset="0"/>
                            </a:rPr>
                            <m:t>=</m:t>
                          </m:r>
                        </m:oMath>
                      </m:oMathPara>
                    </a14:m>
                    <a:endParaRPr lang="en-US" sz="34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3400" dirty="0">
                        <a:effectLst/>
                        <a:latin typeface="Aptos" panose="020B0004020202020204" pitchFamily="34" charset="0"/>
                        <a:ea typeface="Aptos" panose="020B0004020202020204" pitchFamily="34" charset="0"/>
                        <a:cs typeface="Arial" panose="020B0604020202020204" pitchFamily="34" charset="0"/>
                      </a:rPr>
                      <a:t> </a:t>
                    </a:r>
                    <a:endParaRPr lang="en-US" sz="3400" dirty="0">
                      <a:effectLst/>
                      <a:latin typeface="Aptos" panose="020B0004020202020204" pitchFamily="34" charset="0"/>
                      <a:ea typeface="Aptos" panose="020B0004020202020204" pitchFamily="34" charset="0"/>
                      <a:cs typeface="Arial" panose="020B0604020202020204" pitchFamily="34" charset="0"/>
                    </a:endParaRPr>
                  </a:p>
                </p:txBody>
              </p:sp>
            </mc:Choice>
            <mc:Fallback xmlns="">
              <p:sp>
                <p:nvSpPr>
                  <p:cNvPr id="85" name="תיבת טקסט 76">
                    <a:extLst>
                      <a:ext uri="{FF2B5EF4-FFF2-40B4-BE49-F238E27FC236}">
                        <a16:creationId xmlns:a16="http://schemas.microsoft.com/office/drawing/2014/main" id="{508A6D21-5795-C1BC-F53C-C96DD0E87B9E}"/>
                      </a:ext>
                    </a:extLst>
                  </p:cNvPr>
                  <p:cNvSpPr txBox="1">
                    <a:spLocks noRot="1" noChangeAspect="1" noMove="1" noResize="1" noEditPoints="1" noAdjustHandles="1" noChangeArrowheads="1" noChangeShapeType="1" noTextEdit="1"/>
                  </p:cNvSpPr>
                  <p:nvPr/>
                </p:nvSpPr>
                <p:spPr>
                  <a:xfrm>
                    <a:off x="1652367" y="-136698"/>
                    <a:ext cx="2289463" cy="419100"/>
                  </a:xfrm>
                  <a:prstGeom prst="rect">
                    <a:avLst/>
                  </a:prstGeom>
                  <a:blipFill>
                    <a:blip r:embed="rId16"/>
                    <a:stretch>
                      <a:fillRect r="-2794" b="-80556"/>
                    </a:stretch>
                  </a:blipFill>
                  <a:ln w="6350">
                    <a:noFill/>
                  </a:ln>
                </p:spPr>
                <p:txBody>
                  <a:bodyPr/>
                  <a:lstStyle/>
                  <a:p>
                    <a:r>
                      <a:rPr lang="he-IL">
                        <a:noFill/>
                      </a:rPr>
                      <a:t> </a:t>
                    </a:r>
                  </a:p>
                </p:txBody>
              </p:sp>
            </mc:Fallback>
          </mc:AlternateContent>
        </p:grpSp>
        <p:grpSp>
          <p:nvGrpSpPr>
            <p:cNvPr id="75" name="קבוצה 74">
              <a:extLst>
                <a:ext uri="{FF2B5EF4-FFF2-40B4-BE49-F238E27FC236}">
                  <a16:creationId xmlns:a16="http://schemas.microsoft.com/office/drawing/2014/main" id="{84FD49B8-89D4-ED06-1AA0-1168F6BB3195}"/>
                </a:ext>
              </a:extLst>
            </p:cNvPr>
            <p:cNvGrpSpPr/>
            <p:nvPr/>
          </p:nvGrpSpPr>
          <p:grpSpPr>
            <a:xfrm>
              <a:off x="96982" y="0"/>
              <a:ext cx="1458595" cy="1404216"/>
              <a:chOff x="0" y="0"/>
              <a:chExt cx="1458595" cy="1404216"/>
            </a:xfrm>
          </p:grpSpPr>
          <p:grpSp>
            <p:nvGrpSpPr>
              <p:cNvPr id="76" name="קבוצה 75">
                <a:extLst>
                  <a:ext uri="{FF2B5EF4-FFF2-40B4-BE49-F238E27FC236}">
                    <a16:creationId xmlns:a16="http://schemas.microsoft.com/office/drawing/2014/main" id="{850B14B4-D999-7418-7649-DC91486C2008}"/>
                  </a:ext>
                </a:extLst>
              </p:cNvPr>
              <p:cNvGrpSpPr/>
              <p:nvPr/>
            </p:nvGrpSpPr>
            <p:grpSpPr>
              <a:xfrm>
                <a:off x="0" y="173182"/>
                <a:ext cx="1458595" cy="1010920"/>
                <a:chOff x="0" y="0"/>
                <a:chExt cx="1458595" cy="1010920"/>
              </a:xfrm>
            </p:grpSpPr>
            <p:pic>
              <p:nvPicPr>
                <p:cNvPr id="81" name="תמונה 80">
                  <a:extLst>
                    <a:ext uri="{FF2B5EF4-FFF2-40B4-BE49-F238E27FC236}">
                      <a16:creationId xmlns:a16="http://schemas.microsoft.com/office/drawing/2014/main" id="{E802F614-3834-A3D3-92EB-AEBEF01A39FC}"/>
                    </a:ext>
                  </a:extLst>
                </p:cNvPr>
                <p:cNvPicPr>
                  <a:picLocks noChangeAspect="1"/>
                </p:cNvPicPr>
                <p:nvPr/>
              </p:nvPicPr>
              <p:blipFill rotWithShape="1">
                <a:blip r:embed="rId17">
                  <a:extLst>
                    <a:ext uri="{28A0092B-C50C-407E-A947-70E740481C1C}">
                      <a14:useLocalDpi xmlns:a14="http://schemas.microsoft.com/office/drawing/2010/main" val="0"/>
                    </a:ext>
                  </a:extLst>
                </a:blip>
                <a:srcRect l="22061" t="23245" r="33049" b="45626"/>
                <a:stretch/>
              </p:blipFill>
              <p:spPr bwMode="auto">
                <a:xfrm>
                  <a:off x="0" y="0"/>
                  <a:ext cx="1458595" cy="1010920"/>
                </a:xfrm>
                <a:prstGeom prst="rect">
                  <a:avLst/>
                </a:prstGeom>
                <a:noFill/>
                <a:ln>
                  <a:noFill/>
                </a:ln>
                <a:extLst>
                  <a:ext uri="{53640926-AAD7-44D8-BBD7-CCE9431645EC}">
                    <a14:shadowObscured xmlns:a14="http://schemas.microsoft.com/office/drawing/2010/main"/>
                  </a:ext>
                </a:extLst>
              </p:spPr>
            </p:pic>
            <p:sp>
              <p:nvSpPr>
                <p:cNvPr id="82" name="מלבן 81">
                  <a:extLst>
                    <a:ext uri="{FF2B5EF4-FFF2-40B4-BE49-F238E27FC236}">
                      <a16:creationId xmlns:a16="http://schemas.microsoft.com/office/drawing/2014/main" id="{6D5B5AA5-54A8-15C6-19FB-9C320BDD56D4}"/>
                    </a:ext>
                  </a:extLst>
                </p:cNvPr>
                <p:cNvSpPr/>
                <p:nvPr/>
              </p:nvSpPr>
              <p:spPr>
                <a:xfrm>
                  <a:off x="457200" y="318654"/>
                  <a:ext cx="540327" cy="394855"/>
                </a:xfrm>
                <a:prstGeom prst="rect">
                  <a:avLst/>
                </a:prstGeom>
                <a:noFill/>
                <a:ln w="12700">
                  <a:solidFill>
                    <a:srgbClr val="01FD07"/>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1" fromWordArt="0" anchor="ctr" anchorCtr="0" forceAA="0" compatLnSpc="1">
                  <a:prstTxWarp prst="textNoShape">
                    <a:avLst/>
                  </a:prstTxWarp>
                  <a:noAutofit/>
                </a:bodyPr>
                <a:lstStyle/>
                <a:p>
                  <a:endParaRPr lang="he-IL"/>
                </a:p>
              </p:txBody>
            </p:sp>
            <p:sp>
              <p:nvSpPr>
                <p:cNvPr id="83" name="מלבן 82">
                  <a:extLst>
                    <a:ext uri="{FF2B5EF4-FFF2-40B4-BE49-F238E27FC236}">
                      <a16:creationId xmlns:a16="http://schemas.microsoft.com/office/drawing/2014/main" id="{E34D1A77-763B-C8A5-551A-7DFDA8DD2214}"/>
                    </a:ext>
                  </a:extLst>
                </p:cNvPr>
                <p:cNvSpPr/>
                <p:nvPr/>
              </p:nvSpPr>
              <p:spPr>
                <a:xfrm>
                  <a:off x="609600" y="471054"/>
                  <a:ext cx="540327" cy="394855"/>
                </a:xfrm>
                <a:prstGeom prst="rect">
                  <a:avLst/>
                </a:prstGeom>
                <a:noFill/>
                <a:ln w="19050">
                  <a:solidFill>
                    <a:srgbClr val="2D0E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1" fromWordArt="0" anchor="ctr" anchorCtr="0" forceAA="0" compatLnSpc="1">
                  <a:prstTxWarp prst="textNoShape">
                    <a:avLst/>
                  </a:prstTxWarp>
                  <a:noAutofit/>
                </a:bodyPr>
                <a:lstStyle/>
                <a:p>
                  <a:endParaRPr lang="he-IL"/>
                </a:p>
              </p:txBody>
            </p:sp>
          </p:grpSp>
          <p:pic>
            <p:nvPicPr>
              <p:cNvPr id="77" name="תמונה 76">
                <a:extLst>
                  <a:ext uri="{FF2B5EF4-FFF2-40B4-BE49-F238E27FC236}">
                    <a16:creationId xmlns:a16="http://schemas.microsoft.com/office/drawing/2014/main" id="{EAF551EB-4853-95AF-65E0-BF284181737A}"/>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28600" y="1267691"/>
                <a:ext cx="1059815" cy="136525"/>
              </a:xfrm>
              <a:prstGeom prst="rect">
                <a:avLst/>
              </a:prstGeom>
            </p:spPr>
          </p:pic>
          <p:pic>
            <p:nvPicPr>
              <p:cNvPr id="78" name="תמונה 77">
                <a:extLst>
                  <a:ext uri="{FF2B5EF4-FFF2-40B4-BE49-F238E27FC236}">
                    <a16:creationId xmlns:a16="http://schemas.microsoft.com/office/drawing/2014/main" id="{D3B0BC63-FFED-E460-3AE2-183D72E5527A}"/>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59327" y="0"/>
                <a:ext cx="609600" cy="116840"/>
              </a:xfrm>
              <a:prstGeom prst="rect">
                <a:avLst/>
              </a:prstGeom>
            </p:spPr>
          </p:pic>
          <p:cxnSp>
            <p:nvCxnSpPr>
              <p:cNvPr id="79" name="מחבר חץ ישר 78">
                <a:extLst>
                  <a:ext uri="{FF2B5EF4-FFF2-40B4-BE49-F238E27FC236}">
                    <a16:creationId xmlns:a16="http://schemas.microsoft.com/office/drawing/2014/main" id="{1FFE7139-6737-6C84-9A4D-ACF10CE8F600}"/>
                  </a:ext>
                </a:extLst>
              </p:cNvPr>
              <p:cNvCxnSpPr/>
              <p:nvPr/>
            </p:nvCxnSpPr>
            <p:spPr>
              <a:xfrm>
                <a:off x="568036" y="117764"/>
                <a:ext cx="103909" cy="340360"/>
              </a:xfrm>
              <a:prstGeom prst="straightConnector1">
                <a:avLst/>
              </a:prstGeom>
              <a:ln>
                <a:solidFill>
                  <a:srgbClr val="01FD07"/>
                </a:solidFill>
                <a:tailEnd type="triangle"/>
              </a:ln>
            </p:spPr>
            <p:style>
              <a:lnRef idx="1">
                <a:schemeClr val="accent1"/>
              </a:lnRef>
              <a:fillRef idx="0">
                <a:schemeClr val="accent1"/>
              </a:fillRef>
              <a:effectRef idx="0">
                <a:schemeClr val="accent1"/>
              </a:effectRef>
              <a:fontRef idx="minor">
                <a:schemeClr val="tx1"/>
              </a:fontRef>
            </p:style>
          </p:cxnSp>
          <p:cxnSp>
            <p:nvCxnSpPr>
              <p:cNvPr id="80" name="מחבר חץ ישר 79">
                <a:extLst>
                  <a:ext uri="{FF2B5EF4-FFF2-40B4-BE49-F238E27FC236}">
                    <a16:creationId xmlns:a16="http://schemas.microsoft.com/office/drawing/2014/main" id="{2B3F65C6-5F7D-9DB4-4467-34CC0FB3E34D}"/>
                  </a:ext>
                </a:extLst>
              </p:cNvPr>
              <p:cNvCxnSpPr/>
              <p:nvPr/>
            </p:nvCxnSpPr>
            <p:spPr>
              <a:xfrm flipV="1">
                <a:off x="801832" y="1042555"/>
                <a:ext cx="48491" cy="228600"/>
              </a:xfrm>
              <a:prstGeom prst="straightConnector1">
                <a:avLst/>
              </a:prstGeom>
              <a:ln>
                <a:solidFill>
                  <a:srgbClr val="2D0EE8"/>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88" name="קבוצה 87">
            <a:extLst>
              <a:ext uri="{FF2B5EF4-FFF2-40B4-BE49-F238E27FC236}">
                <a16:creationId xmlns:a16="http://schemas.microsoft.com/office/drawing/2014/main" id="{669C4323-9251-D7F6-5724-67B9997CA306}"/>
              </a:ext>
            </a:extLst>
          </p:cNvPr>
          <p:cNvGrpSpPr/>
          <p:nvPr/>
        </p:nvGrpSpPr>
        <p:grpSpPr>
          <a:xfrm>
            <a:off x="24384941" y="6167853"/>
            <a:ext cx="9564750" cy="4502281"/>
            <a:chOff x="197527" y="-20454"/>
            <a:chExt cx="3903303" cy="2524255"/>
          </a:xfrm>
        </p:grpSpPr>
        <p:grpSp>
          <p:nvGrpSpPr>
            <p:cNvPr id="89" name="קבוצה 88">
              <a:extLst>
                <a:ext uri="{FF2B5EF4-FFF2-40B4-BE49-F238E27FC236}">
                  <a16:creationId xmlns:a16="http://schemas.microsoft.com/office/drawing/2014/main" id="{5B777BE1-96C6-5018-DFEC-A9B757D9E4BF}"/>
                </a:ext>
              </a:extLst>
            </p:cNvPr>
            <p:cNvGrpSpPr/>
            <p:nvPr/>
          </p:nvGrpSpPr>
          <p:grpSpPr>
            <a:xfrm>
              <a:off x="197527" y="-20454"/>
              <a:ext cx="3903303" cy="2524255"/>
              <a:chOff x="-593" y="-20454"/>
              <a:chExt cx="3903303" cy="2524255"/>
            </a:xfrm>
          </p:grpSpPr>
          <p:pic>
            <p:nvPicPr>
              <p:cNvPr id="94" name="תמונה 93">
                <a:extLst>
                  <a:ext uri="{FF2B5EF4-FFF2-40B4-BE49-F238E27FC236}">
                    <a16:creationId xmlns:a16="http://schemas.microsoft.com/office/drawing/2014/main" id="{92CCA58D-E7BA-064C-D9F2-43E8ADF11BF0}"/>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593" y="-20454"/>
                <a:ext cx="1715770" cy="1227754"/>
              </a:xfrm>
              <a:prstGeom prst="rect">
                <a:avLst/>
              </a:prstGeom>
            </p:spPr>
          </p:pic>
          <p:pic>
            <p:nvPicPr>
              <p:cNvPr id="95" name="תמונה 94" descr="תמונה שמכילה צילום מסך, צבעוני, ענבר, אדום&#10;&#10;התיאור נוצר באופן אוטומטי">
                <a:extLst>
                  <a:ext uri="{FF2B5EF4-FFF2-40B4-BE49-F238E27FC236}">
                    <a16:creationId xmlns:a16="http://schemas.microsoft.com/office/drawing/2014/main" id="{6D33DDAE-BD11-BAB3-B9C4-98296EEA6027}"/>
                  </a:ext>
                </a:extLst>
              </p:cNvPr>
              <p:cNvPicPr>
                <a:picLocks noChangeAspect="1"/>
              </p:cNvPicPr>
              <p:nvPr/>
            </p:nvPicPr>
            <p:blipFill rotWithShape="1">
              <a:blip r:embed="rId21">
                <a:extLst>
                  <a:ext uri="{28A0092B-C50C-407E-A947-70E740481C1C}">
                    <a14:useLocalDpi xmlns:a14="http://schemas.microsoft.com/office/drawing/2010/main" val="0"/>
                  </a:ext>
                </a:extLst>
              </a:blip>
              <a:srcRect l="22497" r="17113" b="2"/>
              <a:stretch/>
            </p:blipFill>
            <p:spPr bwMode="auto">
              <a:xfrm>
                <a:off x="2057400" y="0"/>
                <a:ext cx="1845310" cy="1188693"/>
              </a:xfrm>
              <a:prstGeom prst="rect">
                <a:avLst/>
              </a:prstGeom>
              <a:ln>
                <a:noFill/>
              </a:ln>
              <a:extLst>
                <a:ext uri="{53640926-AAD7-44D8-BBD7-CCE9431645EC}">
                  <a14:shadowObscured xmlns:a14="http://schemas.microsoft.com/office/drawing/2010/main"/>
                </a:ext>
              </a:extLst>
            </p:spPr>
          </p:pic>
          <p:pic>
            <p:nvPicPr>
              <p:cNvPr id="96" name="תמונה 95">
                <a:extLst>
                  <a:ext uri="{FF2B5EF4-FFF2-40B4-BE49-F238E27FC236}">
                    <a16:creationId xmlns:a16="http://schemas.microsoft.com/office/drawing/2014/main" id="{F92E37CE-5498-619D-E2FB-EAE22366380F}"/>
                  </a:ext>
                </a:extLst>
              </p:cNvPr>
              <p:cNvPicPr>
                <a:picLocks noChangeAspect="1"/>
              </p:cNvPicPr>
              <p:nvPr/>
            </p:nvPicPr>
            <p:blipFill>
              <a:blip r:embed="rId22">
                <a:extLst>
                  <a:ext uri="{28A0092B-C50C-407E-A947-70E740481C1C}">
                    <a14:useLocalDpi xmlns:a14="http://schemas.microsoft.com/office/drawing/2010/main" val="0"/>
                  </a:ext>
                </a:extLst>
              </a:blip>
              <a:srcRect l="8537"/>
              <a:stretch/>
            </p:blipFill>
            <p:spPr>
              <a:xfrm>
                <a:off x="-593" y="1387405"/>
                <a:ext cx="1743733" cy="1066841"/>
              </a:xfrm>
              <a:prstGeom prst="rect">
                <a:avLst/>
              </a:prstGeom>
            </p:spPr>
          </p:pic>
          <p:pic>
            <p:nvPicPr>
              <p:cNvPr id="97" name="תמונה 96">
                <a:extLst>
                  <a:ext uri="{FF2B5EF4-FFF2-40B4-BE49-F238E27FC236}">
                    <a16:creationId xmlns:a16="http://schemas.microsoft.com/office/drawing/2014/main" id="{25F15ECE-8353-58F6-8B65-478A0D23AA45}"/>
                  </a:ext>
                </a:extLst>
              </p:cNvPr>
              <p:cNvPicPr>
                <a:picLocks noChangeAspect="1"/>
              </p:cNvPicPr>
              <p:nvPr/>
            </p:nvPicPr>
            <p:blipFill rotWithShape="1">
              <a:blip r:embed="rId23">
                <a:extLst>
                  <a:ext uri="{28A0092B-C50C-407E-A947-70E740481C1C}">
                    <a14:useLocalDpi xmlns:a14="http://schemas.microsoft.com/office/drawing/2010/main" val="0"/>
                  </a:ext>
                </a:extLst>
              </a:blip>
              <a:srcRect r="20929"/>
              <a:stretch/>
            </p:blipFill>
            <p:spPr bwMode="auto">
              <a:xfrm>
                <a:off x="2104684" y="1387405"/>
                <a:ext cx="1796756" cy="1116396"/>
              </a:xfrm>
              <a:prstGeom prst="rect">
                <a:avLst/>
              </a:prstGeom>
              <a:ln>
                <a:noFill/>
              </a:ln>
              <a:extLst>
                <a:ext uri="{53640926-AAD7-44D8-BBD7-CCE9431645EC}">
                  <a14:shadowObscured xmlns:a14="http://schemas.microsoft.com/office/drawing/2010/main"/>
                </a:ext>
              </a:extLst>
            </p:spPr>
          </p:pic>
        </p:grpSp>
        <mc:AlternateContent xmlns:mc="http://schemas.openxmlformats.org/markup-compatibility/2006" xmlns:a14="http://schemas.microsoft.com/office/drawing/2010/main">
          <mc:Choice Requires="a14">
            <p:sp>
              <p:nvSpPr>
                <p:cNvPr id="90" name="תיבת טקסט 56">
                  <a:extLst>
                    <a:ext uri="{FF2B5EF4-FFF2-40B4-BE49-F238E27FC236}">
                      <a16:creationId xmlns:a16="http://schemas.microsoft.com/office/drawing/2014/main" id="{062EB108-2992-2BBC-98A3-6F67C33BBC95}"/>
                    </a:ext>
                  </a:extLst>
                </p:cNvPr>
                <p:cNvSpPr txBox="1"/>
                <p:nvPr/>
              </p:nvSpPr>
              <p:spPr>
                <a:xfrm>
                  <a:off x="3352800" y="838200"/>
                  <a:ext cx="746760" cy="388620"/>
                </a:xfrm>
                <a:prstGeom prst="rect">
                  <a:avLst/>
                </a:prstGeom>
                <a:noFill/>
                <a:ln w="6350">
                  <a:noFill/>
                </a:ln>
              </p:spPr>
              <p:txBody>
                <a:bodyPr rot="0" spcFirstLastPara="0" vert="horz" wrap="square" lIns="91440" tIns="45720" rIns="91440" bIns="45720" numCol="1" spcCol="0" rtlCol="1" fromWordArt="0" anchor="t" anchorCtr="0" forceAA="0" compatLnSpc="1">
                  <a:prstTxWarp prst="textNoShape">
                    <a:avLst/>
                  </a:prstTxWarp>
                  <a:noAutofit/>
                </a:bodyPr>
                <a:lstStyle/>
                <a:p>
                  <a:pPr algn="r" rtl="1">
                    <a:lnSpc>
                      <a:spcPct val="107000"/>
                    </a:lnSpc>
                    <a:spcAft>
                      <a:spcPts val="800"/>
                    </a:spcAft>
                  </a:pPr>
                  <a14:m>
                    <m:oMathPara xmlns:m="http://schemas.openxmlformats.org/officeDocument/2006/math">
                      <m:oMathParaPr>
                        <m:jc m:val="centerGroup"/>
                      </m:oMathParaPr>
                      <m:oMath xmlns:m="http://schemas.openxmlformats.org/officeDocument/2006/math">
                        <m:r>
                          <a:rPr lang="en-US" sz="2400" i="1">
                            <a:solidFill>
                              <a:srgbClr val="FFFFFF"/>
                            </a:solidFill>
                            <a:effectLst/>
                            <a:latin typeface="Cambria Math" panose="02040503050406030204" pitchFamily="18" charset="0"/>
                            <a:ea typeface="Aptos" panose="020B0004020202020204" pitchFamily="34" charset="0"/>
                            <a:cs typeface="Arial" panose="020B0604020202020204" pitchFamily="34" charset="0"/>
                          </a:rPr>
                          <m:t>10</m:t>
                        </m:r>
                        <m:d>
                          <m:dPr>
                            <m:begChr m:val="["/>
                            <m:endChr m:val="]"/>
                            <m:ctrlPr>
                              <a:rPr lang="en-US" sz="2400" i="1">
                                <a:solidFill>
                                  <a:srgbClr val="FFFFFF"/>
                                </a:solidFill>
                                <a:effectLst/>
                                <a:latin typeface="Cambria Math" panose="02040503050406030204" pitchFamily="18" charset="0"/>
                                <a:ea typeface="Aptos" panose="020B0004020202020204" pitchFamily="34" charset="0"/>
                                <a:cs typeface="Arial" panose="020B0604020202020204" pitchFamily="34" charset="0"/>
                              </a:rPr>
                            </m:ctrlPr>
                          </m:dPr>
                          <m:e>
                            <m:r>
                              <a:rPr lang="en-US" sz="2400" i="1">
                                <a:solidFill>
                                  <a:srgbClr val="FFFFFF"/>
                                </a:solidFill>
                                <a:effectLst/>
                                <a:latin typeface="Cambria Math" panose="02040503050406030204" pitchFamily="18" charset="0"/>
                                <a:ea typeface="Aptos" panose="020B0004020202020204" pitchFamily="34" charset="0"/>
                                <a:cs typeface="Arial" panose="020B0604020202020204" pitchFamily="34" charset="0"/>
                              </a:rPr>
                              <m:t>𝑚</m:t>
                            </m:r>
                          </m:e>
                        </m:d>
                      </m:oMath>
                    </m:oMathPara>
                  </a14:m>
                  <a:endParaRPr lang="en-US" sz="2400" dirty="0">
                    <a:effectLst/>
                    <a:latin typeface="Aptos" panose="020B0004020202020204" pitchFamily="34" charset="0"/>
                    <a:ea typeface="Aptos" panose="020B0004020202020204" pitchFamily="34" charset="0"/>
                    <a:cs typeface="Arial" panose="020B0604020202020204" pitchFamily="34" charset="0"/>
                  </a:endParaRPr>
                </a:p>
              </p:txBody>
            </p:sp>
          </mc:Choice>
          <mc:Fallback xmlns="">
            <p:sp>
              <p:nvSpPr>
                <p:cNvPr id="90" name="תיבת טקסט 56">
                  <a:extLst>
                    <a:ext uri="{FF2B5EF4-FFF2-40B4-BE49-F238E27FC236}">
                      <a16:creationId xmlns:a16="http://schemas.microsoft.com/office/drawing/2014/main" id="{062EB108-2992-2BBC-98A3-6F67C33BBC95}"/>
                    </a:ext>
                  </a:extLst>
                </p:cNvPr>
                <p:cNvSpPr txBox="1">
                  <a:spLocks noRot="1" noChangeAspect="1" noMove="1" noResize="1" noEditPoints="1" noAdjustHandles="1" noChangeArrowheads="1" noChangeShapeType="1" noTextEdit="1"/>
                </p:cNvSpPr>
                <p:nvPr/>
              </p:nvSpPr>
              <p:spPr>
                <a:xfrm>
                  <a:off x="3352800" y="838200"/>
                  <a:ext cx="746760" cy="388620"/>
                </a:xfrm>
                <a:prstGeom prst="rect">
                  <a:avLst/>
                </a:prstGeom>
                <a:blipFill>
                  <a:blip r:embed="rId24"/>
                  <a:stretch>
                    <a:fillRect/>
                  </a:stretch>
                </a:blipFill>
                <a:ln w="6350">
                  <a:noFill/>
                </a:ln>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91" name="תיבת טקסט 56">
                  <a:extLst>
                    <a:ext uri="{FF2B5EF4-FFF2-40B4-BE49-F238E27FC236}">
                      <a16:creationId xmlns:a16="http://schemas.microsoft.com/office/drawing/2014/main" id="{F807993A-1290-17B8-B2B0-233B235615A3}"/>
                    </a:ext>
                  </a:extLst>
                </p:cNvPr>
                <p:cNvSpPr txBox="1"/>
                <p:nvPr/>
              </p:nvSpPr>
              <p:spPr>
                <a:xfrm>
                  <a:off x="1226820" y="838200"/>
                  <a:ext cx="746760" cy="388620"/>
                </a:xfrm>
                <a:prstGeom prst="rect">
                  <a:avLst/>
                </a:prstGeom>
                <a:noFill/>
                <a:ln w="6350">
                  <a:noFill/>
                </a:ln>
              </p:spPr>
              <p:txBody>
                <a:bodyPr rot="0" spcFirstLastPara="0" vert="horz" wrap="square" lIns="91440" tIns="45720" rIns="91440" bIns="45720" numCol="1" spcCol="0" rtlCol="1" fromWordArt="0" anchor="t" anchorCtr="0" forceAA="0" compatLnSpc="1">
                  <a:prstTxWarp prst="textNoShape">
                    <a:avLst/>
                  </a:prstTxWarp>
                  <a:noAutofit/>
                </a:bodyPr>
                <a:lstStyle/>
                <a:p>
                  <a:pPr algn="r" rtl="1">
                    <a:lnSpc>
                      <a:spcPct val="107000"/>
                    </a:lnSpc>
                    <a:spcAft>
                      <a:spcPts val="800"/>
                    </a:spcAft>
                  </a:pPr>
                  <a14:m>
                    <m:oMathPara xmlns:m="http://schemas.openxmlformats.org/officeDocument/2006/math">
                      <m:oMathParaPr>
                        <m:jc m:val="centerGroup"/>
                      </m:oMathParaPr>
                      <m:oMath xmlns:m="http://schemas.openxmlformats.org/officeDocument/2006/math">
                        <m:r>
                          <a:rPr lang="en-US" sz="2400" i="1">
                            <a:solidFill>
                              <a:srgbClr val="FFFFFF"/>
                            </a:solidFill>
                            <a:effectLst/>
                            <a:latin typeface="Cambria Math" panose="02040503050406030204" pitchFamily="18" charset="0"/>
                            <a:ea typeface="Aptos" panose="020B0004020202020204" pitchFamily="34" charset="0"/>
                            <a:cs typeface="Arial" panose="020B0604020202020204" pitchFamily="34" charset="0"/>
                          </a:rPr>
                          <m:t>5</m:t>
                        </m:r>
                        <m:d>
                          <m:dPr>
                            <m:begChr m:val="["/>
                            <m:endChr m:val="]"/>
                            <m:ctrlPr>
                              <a:rPr lang="en-US" sz="2400" i="1">
                                <a:solidFill>
                                  <a:srgbClr val="FFFFFF"/>
                                </a:solidFill>
                                <a:effectLst/>
                                <a:latin typeface="Cambria Math" panose="02040503050406030204" pitchFamily="18" charset="0"/>
                                <a:ea typeface="Aptos" panose="020B0004020202020204" pitchFamily="34" charset="0"/>
                                <a:cs typeface="Arial" panose="020B0604020202020204" pitchFamily="34" charset="0"/>
                              </a:rPr>
                            </m:ctrlPr>
                          </m:dPr>
                          <m:e>
                            <m:r>
                              <a:rPr lang="en-US" sz="2400" i="1">
                                <a:solidFill>
                                  <a:srgbClr val="FFFFFF"/>
                                </a:solidFill>
                                <a:effectLst/>
                                <a:latin typeface="Cambria Math" panose="02040503050406030204" pitchFamily="18" charset="0"/>
                                <a:ea typeface="Aptos" panose="020B0004020202020204" pitchFamily="34" charset="0"/>
                                <a:cs typeface="Arial" panose="020B0604020202020204" pitchFamily="34" charset="0"/>
                              </a:rPr>
                              <m:t>𝑚</m:t>
                            </m:r>
                          </m:e>
                        </m:d>
                      </m:oMath>
                    </m:oMathPara>
                  </a14:m>
                  <a:endParaRPr lang="en-US" sz="2400" dirty="0">
                    <a:effectLst/>
                    <a:latin typeface="Aptos" panose="020B0004020202020204" pitchFamily="34" charset="0"/>
                    <a:ea typeface="Aptos" panose="020B0004020202020204" pitchFamily="34" charset="0"/>
                    <a:cs typeface="Arial" panose="020B0604020202020204" pitchFamily="34" charset="0"/>
                  </a:endParaRPr>
                </a:p>
              </p:txBody>
            </p:sp>
          </mc:Choice>
          <mc:Fallback xmlns="">
            <p:sp>
              <p:nvSpPr>
                <p:cNvPr id="91" name="תיבת טקסט 56">
                  <a:extLst>
                    <a:ext uri="{FF2B5EF4-FFF2-40B4-BE49-F238E27FC236}">
                      <a16:creationId xmlns:a16="http://schemas.microsoft.com/office/drawing/2014/main" id="{F807993A-1290-17B8-B2B0-233B235615A3}"/>
                    </a:ext>
                  </a:extLst>
                </p:cNvPr>
                <p:cNvSpPr txBox="1">
                  <a:spLocks noRot="1" noChangeAspect="1" noMove="1" noResize="1" noEditPoints="1" noAdjustHandles="1" noChangeArrowheads="1" noChangeShapeType="1" noTextEdit="1"/>
                </p:cNvSpPr>
                <p:nvPr/>
              </p:nvSpPr>
              <p:spPr>
                <a:xfrm>
                  <a:off x="1226820" y="838200"/>
                  <a:ext cx="746760" cy="388620"/>
                </a:xfrm>
                <a:prstGeom prst="rect">
                  <a:avLst/>
                </a:prstGeom>
                <a:blipFill>
                  <a:blip r:embed="rId25"/>
                  <a:stretch>
                    <a:fillRect/>
                  </a:stretch>
                </a:blipFill>
                <a:ln w="6350">
                  <a:noFill/>
                </a:ln>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92" name="תיבת טקסט 56">
                  <a:extLst>
                    <a:ext uri="{FF2B5EF4-FFF2-40B4-BE49-F238E27FC236}">
                      <a16:creationId xmlns:a16="http://schemas.microsoft.com/office/drawing/2014/main" id="{97060C61-BDF0-4017-B23C-69D64E2AFB16}"/>
                    </a:ext>
                  </a:extLst>
                </p:cNvPr>
                <p:cNvSpPr txBox="1"/>
                <p:nvPr/>
              </p:nvSpPr>
              <p:spPr>
                <a:xfrm>
                  <a:off x="3351471" y="2111305"/>
                  <a:ext cx="746760" cy="388620"/>
                </a:xfrm>
                <a:prstGeom prst="rect">
                  <a:avLst/>
                </a:prstGeom>
                <a:noFill/>
                <a:ln w="6350">
                  <a:noFill/>
                </a:ln>
              </p:spPr>
              <p:txBody>
                <a:bodyPr rot="0" spcFirstLastPara="0" vert="horz" wrap="square" lIns="91440" tIns="45720" rIns="91440" bIns="45720" numCol="1" spcCol="0" rtlCol="1" fromWordArt="0" anchor="t" anchorCtr="0" forceAA="0" compatLnSpc="1">
                  <a:prstTxWarp prst="textNoShape">
                    <a:avLst/>
                  </a:prstTxWarp>
                  <a:noAutofit/>
                </a:bodyPr>
                <a:lstStyle/>
                <a:p>
                  <a:pPr algn="r" rtl="1">
                    <a:lnSpc>
                      <a:spcPct val="107000"/>
                    </a:lnSpc>
                    <a:spcAft>
                      <a:spcPts val="800"/>
                    </a:spcAft>
                  </a:pPr>
                  <a14:m>
                    <m:oMathPara xmlns:m="http://schemas.openxmlformats.org/officeDocument/2006/math">
                      <m:oMathParaPr>
                        <m:jc m:val="centerGroup"/>
                      </m:oMathParaPr>
                      <m:oMath xmlns:m="http://schemas.openxmlformats.org/officeDocument/2006/math">
                        <m:r>
                          <a:rPr lang="en-US" sz="2400" i="1">
                            <a:solidFill>
                              <a:srgbClr val="FFFFFF"/>
                            </a:solidFill>
                            <a:effectLst/>
                            <a:latin typeface="Cambria Math" panose="02040503050406030204" pitchFamily="18" charset="0"/>
                            <a:ea typeface="Aptos" panose="020B0004020202020204" pitchFamily="34" charset="0"/>
                            <a:cs typeface="Arial" panose="020B0604020202020204" pitchFamily="34" charset="0"/>
                          </a:rPr>
                          <m:t>20</m:t>
                        </m:r>
                        <m:d>
                          <m:dPr>
                            <m:begChr m:val="["/>
                            <m:endChr m:val="]"/>
                            <m:ctrlPr>
                              <a:rPr lang="en-US" sz="2400" i="1">
                                <a:solidFill>
                                  <a:srgbClr val="FFFFFF"/>
                                </a:solidFill>
                                <a:effectLst/>
                                <a:latin typeface="Cambria Math" panose="02040503050406030204" pitchFamily="18" charset="0"/>
                                <a:ea typeface="Aptos" panose="020B0004020202020204" pitchFamily="34" charset="0"/>
                                <a:cs typeface="Arial" panose="020B0604020202020204" pitchFamily="34" charset="0"/>
                              </a:rPr>
                            </m:ctrlPr>
                          </m:dPr>
                          <m:e>
                            <m:r>
                              <a:rPr lang="en-US" sz="2400" i="1">
                                <a:solidFill>
                                  <a:srgbClr val="FFFFFF"/>
                                </a:solidFill>
                                <a:effectLst/>
                                <a:latin typeface="Cambria Math" panose="02040503050406030204" pitchFamily="18" charset="0"/>
                                <a:ea typeface="Aptos" panose="020B0004020202020204" pitchFamily="34" charset="0"/>
                                <a:cs typeface="Arial" panose="020B0604020202020204" pitchFamily="34" charset="0"/>
                              </a:rPr>
                              <m:t>𝑚</m:t>
                            </m:r>
                          </m:e>
                        </m:d>
                      </m:oMath>
                    </m:oMathPara>
                  </a14:m>
                  <a:endParaRPr lang="en-US" sz="2400" dirty="0">
                    <a:effectLst/>
                    <a:latin typeface="Aptos" panose="020B0004020202020204" pitchFamily="34" charset="0"/>
                    <a:ea typeface="Aptos" panose="020B0004020202020204" pitchFamily="34" charset="0"/>
                    <a:cs typeface="Arial" panose="020B0604020202020204" pitchFamily="34" charset="0"/>
                  </a:endParaRPr>
                </a:p>
              </p:txBody>
            </p:sp>
          </mc:Choice>
          <mc:Fallback xmlns="">
            <p:sp>
              <p:nvSpPr>
                <p:cNvPr id="92" name="תיבת טקסט 56">
                  <a:extLst>
                    <a:ext uri="{FF2B5EF4-FFF2-40B4-BE49-F238E27FC236}">
                      <a16:creationId xmlns:a16="http://schemas.microsoft.com/office/drawing/2014/main" id="{97060C61-BDF0-4017-B23C-69D64E2AFB16}"/>
                    </a:ext>
                  </a:extLst>
                </p:cNvPr>
                <p:cNvSpPr txBox="1">
                  <a:spLocks noRot="1" noChangeAspect="1" noMove="1" noResize="1" noEditPoints="1" noAdjustHandles="1" noChangeArrowheads="1" noChangeShapeType="1" noTextEdit="1"/>
                </p:cNvSpPr>
                <p:nvPr/>
              </p:nvSpPr>
              <p:spPr>
                <a:xfrm>
                  <a:off x="3351471" y="2111305"/>
                  <a:ext cx="746760" cy="388620"/>
                </a:xfrm>
                <a:prstGeom prst="rect">
                  <a:avLst/>
                </a:prstGeom>
                <a:blipFill>
                  <a:blip r:embed="rId26"/>
                  <a:stretch>
                    <a:fillRect/>
                  </a:stretch>
                </a:blipFill>
                <a:ln w="6350">
                  <a:noFill/>
                </a:ln>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93" name="תיבת טקסט 56">
                  <a:extLst>
                    <a:ext uri="{FF2B5EF4-FFF2-40B4-BE49-F238E27FC236}">
                      <a16:creationId xmlns:a16="http://schemas.microsoft.com/office/drawing/2014/main" id="{9B51582F-4391-5E44-457F-A0380CDE83D7}"/>
                    </a:ext>
                  </a:extLst>
                </p:cNvPr>
                <p:cNvSpPr txBox="1"/>
                <p:nvPr/>
              </p:nvSpPr>
              <p:spPr>
                <a:xfrm>
                  <a:off x="1156331" y="2074712"/>
                  <a:ext cx="746760" cy="388620"/>
                </a:xfrm>
                <a:prstGeom prst="rect">
                  <a:avLst/>
                </a:prstGeom>
                <a:noFill/>
                <a:ln w="6350">
                  <a:noFill/>
                </a:ln>
              </p:spPr>
              <p:txBody>
                <a:bodyPr rot="0" spcFirstLastPara="0" vert="horz" wrap="square" lIns="91440" tIns="45720" rIns="91440" bIns="45720" numCol="1" spcCol="0" rtlCol="1" fromWordArt="0" anchor="t" anchorCtr="0" forceAA="0" compatLnSpc="1">
                  <a:prstTxWarp prst="textNoShape">
                    <a:avLst/>
                  </a:prstTxWarp>
                  <a:noAutofit/>
                </a:bodyPr>
                <a:lstStyle/>
                <a:p>
                  <a:pPr algn="r" rtl="1">
                    <a:lnSpc>
                      <a:spcPct val="107000"/>
                    </a:lnSpc>
                    <a:spcAft>
                      <a:spcPts val="800"/>
                    </a:spcAft>
                  </a:pPr>
                  <a14:m>
                    <m:oMathPara xmlns:m="http://schemas.openxmlformats.org/officeDocument/2006/math">
                      <m:oMathParaPr>
                        <m:jc m:val="centerGroup"/>
                      </m:oMathParaPr>
                      <m:oMath xmlns:m="http://schemas.openxmlformats.org/officeDocument/2006/math">
                        <m:r>
                          <a:rPr lang="en-US" sz="2400" i="1">
                            <a:solidFill>
                              <a:srgbClr val="FFFFFF"/>
                            </a:solidFill>
                            <a:effectLst/>
                            <a:latin typeface="Cambria Math" panose="02040503050406030204" pitchFamily="18" charset="0"/>
                            <a:ea typeface="Aptos" panose="020B0004020202020204" pitchFamily="34" charset="0"/>
                            <a:cs typeface="Arial" panose="020B0604020202020204" pitchFamily="34" charset="0"/>
                          </a:rPr>
                          <m:t>15</m:t>
                        </m:r>
                        <m:d>
                          <m:dPr>
                            <m:begChr m:val="["/>
                            <m:endChr m:val="]"/>
                            <m:ctrlPr>
                              <a:rPr lang="en-US" sz="2400" i="1">
                                <a:solidFill>
                                  <a:srgbClr val="FFFFFF"/>
                                </a:solidFill>
                                <a:effectLst/>
                                <a:latin typeface="Cambria Math" panose="02040503050406030204" pitchFamily="18" charset="0"/>
                                <a:ea typeface="Aptos" panose="020B0004020202020204" pitchFamily="34" charset="0"/>
                                <a:cs typeface="Arial" panose="020B0604020202020204" pitchFamily="34" charset="0"/>
                              </a:rPr>
                            </m:ctrlPr>
                          </m:dPr>
                          <m:e>
                            <m:r>
                              <a:rPr lang="en-US" sz="2400" i="1">
                                <a:solidFill>
                                  <a:srgbClr val="FFFFFF"/>
                                </a:solidFill>
                                <a:effectLst/>
                                <a:latin typeface="Cambria Math" panose="02040503050406030204" pitchFamily="18" charset="0"/>
                                <a:ea typeface="Aptos" panose="020B0004020202020204" pitchFamily="34" charset="0"/>
                                <a:cs typeface="Arial" panose="020B0604020202020204" pitchFamily="34" charset="0"/>
                              </a:rPr>
                              <m:t>𝑚</m:t>
                            </m:r>
                          </m:e>
                        </m:d>
                      </m:oMath>
                    </m:oMathPara>
                  </a14:m>
                  <a:endParaRPr lang="en-US" sz="2400" dirty="0">
                    <a:effectLst/>
                    <a:latin typeface="Aptos" panose="020B0004020202020204" pitchFamily="34" charset="0"/>
                    <a:ea typeface="Aptos" panose="020B0004020202020204" pitchFamily="34" charset="0"/>
                    <a:cs typeface="Arial" panose="020B0604020202020204" pitchFamily="34" charset="0"/>
                  </a:endParaRPr>
                </a:p>
              </p:txBody>
            </p:sp>
          </mc:Choice>
          <mc:Fallback xmlns="">
            <p:sp>
              <p:nvSpPr>
                <p:cNvPr id="93" name="תיבת טקסט 56">
                  <a:extLst>
                    <a:ext uri="{FF2B5EF4-FFF2-40B4-BE49-F238E27FC236}">
                      <a16:creationId xmlns:a16="http://schemas.microsoft.com/office/drawing/2014/main" id="{9B51582F-4391-5E44-457F-A0380CDE83D7}"/>
                    </a:ext>
                  </a:extLst>
                </p:cNvPr>
                <p:cNvSpPr txBox="1">
                  <a:spLocks noRot="1" noChangeAspect="1" noMove="1" noResize="1" noEditPoints="1" noAdjustHandles="1" noChangeArrowheads="1" noChangeShapeType="1" noTextEdit="1"/>
                </p:cNvSpPr>
                <p:nvPr/>
              </p:nvSpPr>
              <p:spPr>
                <a:xfrm>
                  <a:off x="1156331" y="2074712"/>
                  <a:ext cx="746760" cy="388620"/>
                </a:xfrm>
                <a:prstGeom prst="rect">
                  <a:avLst/>
                </a:prstGeom>
                <a:blipFill>
                  <a:blip r:embed="rId27"/>
                  <a:stretch>
                    <a:fillRect/>
                  </a:stretch>
                </a:blipFill>
                <a:ln w="6350">
                  <a:noFill/>
                </a:ln>
              </p:spPr>
              <p:txBody>
                <a:bodyPr/>
                <a:lstStyle/>
                <a:p>
                  <a:r>
                    <a:rPr lang="he-IL">
                      <a:noFill/>
                    </a:rPr>
                    <a:t> </a:t>
                  </a:r>
                </a:p>
              </p:txBody>
            </p:sp>
          </mc:Fallback>
        </mc:AlternateContent>
      </p:grpSp>
      <p:grpSp>
        <p:nvGrpSpPr>
          <p:cNvPr id="4" name="קבוצה 3">
            <a:extLst>
              <a:ext uri="{FF2B5EF4-FFF2-40B4-BE49-F238E27FC236}">
                <a16:creationId xmlns:a16="http://schemas.microsoft.com/office/drawing/2014/main" id="{716DE3D9-439D-A752-1CFA-12466C6A5BA1}"/>
              </a:ext>
            </a:extLst>
          </p:cNvPr>
          <p:cNvGrpSpPr/>
          <p:nvPr/>
        </p:nvGrpSpPr>
        <p:grpSpPr>
          <a:xfrm>
            <a:off x="12784574" y="19224128"/>
            <a:ext cx="10761012" cy="5277917"/>
            <a:chOff x="12784574" y="19224128"/>
            <a:chExt cx="10761012" cy="5277917"/>
          </a:xfrm>
        </p:grpSpPr>
        <p:pic>
          <p:nvPicPr>
            <p:cNvPr id="2" name="תמונה 1">
              <a:extLst>
                <a:ext uri="{FF2B5EF4-FFF2-40B4-BE49-F238E27FC236}">
                  <a16:creationId xmlns:a16="http://schemas.microsoft.com/office/drawing/2014/main" id="{4D2581A5-EF30-A147-9A20-D21AC213D139}"/>
                </a:ext>
              </a:extLst>
            </p:cNvPr>
            <p:cNvPicPr>
              <a:picLocks noChangeAspect="1"/>
            </p:cNvPicPr>
            <p:nvPr/>
          </p:nvPicPr>
          <p:blipFill>
            <a:blip r:embed="rId28">
              <a:extLst>
                <a:ext uri="{28A0092B-C50C-407E-A947-70E740481C1C}">
                  <a14:useLocalDpi xmlns:a14="http://schemas.microsoft.com/office/drawing/2010/main" val="0"/>
                </a:ext>
              </a:extLst>
            </a:blip>
            <a:srcRect l="25550" t="24325" r="25161" b="25119"/>
            <a:stretch/>
          </p:blipFill>
          <p:spPr>
            <a:xfrm>
              <a:off x="12784574" y="19224128"/>
              <a:ext cx="5103559" cy="5277917"/>
            </a:xfrm>
            <a:prstGeom prst="rect">
              <a:avLst/>
            </a:prstGeom>
          </p:spPr>
        </p:pic>
        <p:pic>
          <p:nvPicPr>
            <p:cNvPr id="5" name="תמונה 4">
              <a:extLst>
                <a:ext uri="{FF2B5EF4-FFF2-40B4-BE49-F238E27FC236}">
                  <a16:creationId xmlns:a16="http://schemas.microsoft.com/office/drawing/2014/main" id="{0E53196C-CE41-FB8A-12CF-CCC89C0D98E2}"/>
                </a:ext>
              </a:extLst>
            </p:cNvPr>
            <p:cNvPicPr>
              <a:picLocks noChangeAspect="1"/>
            </p:cNvPicPr>
            <p:nvPr/>
          </p:nvPicPr>
          <p:blipFill>
            <a:blip r:embed="rId29"/>
            <a:stretch>
              <a:fillRect/>
            </a:stretch>
          </p:blipFill>
          <p:spPr>
            <a:xfrm>
              <a:off x="18322087" y="20124086"/>
              <a:ext cx="4648849" cy="2819794"/>
            </a:xfrm>
            <a:prstGeom prst="rect">
              <a:avLst/>
            </a:prstGeom>
          </p:spPr>
        </p:pic>
        <p:sp>
          <p:nvSpPr>
            <p:cNvPr id="7" name="תיבת טקסט 6">
              <a:extLst>
                <a:ext uri="{FF2B5EF4-FFF2-40B4-BE49-F238E27FC236}">
                  <a16:creationId xmlns:a16="http://schemas.microsoft.com/office/drawing/2014/main" id="{8759F21B-ADED-237B-9D5B-F52B680B17CA}"/>
                </a:ext>
              </a:extLst>
            </p:cNvPr>
            <p:cNvSpPr txBox="1"/>
            <p:nvPr/>
          </p:nvSpPr>
          <p:spPr>
            <a:xfrm>
              <a:off x="18446257" y="22981693"/>
              <a:ext cx="5099329" cy="954107"/>
            </a:xfrm>
            <a:prstGeom prst="rect">
              <a:avLst/>
            </a:prstGeom>
            <a:noFill/>
          </p:spPr>
          <p:txBody>
            <a:bodyPr wrap="square" rtlCol="1">
              <a:spAutoFit/>
            </a:bodyPr>
            <a:lstStyle/>
            <a:p>
              <a:r>
                <a:rPr lang="en-US" sz="2800" dirty="0"/>
                <a:t>Real time drone detection in the laboratory using webcam</a:t>
              </a:r>
              <a:endParaRPr lang="he-IL" sz="2800" dirty="0"/>
            </a:p>
          </p:txBody>
        </p:sp>
      </p:grpSp>
    </p:spTree>
    <p:extLst>
      <p:ext uri="{BB962C8B-B14F-4D97-AF65-F5344CB8AC3E}">
        <p14:creationId xmlns:p14="http://schemas.microsoft.com/office/powerpoint/2010/main" val="235653293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5118</TotalTime>
  <Words>638</Words>
  <Application>Microsoft Office PowerPoint</Application>
  <PresentationFormat>מותאם אישית</PresentationFormat>
  <Paragraphs>57</Paragraphs>
  <Slides>1</Slides>
  <Notes>0</Notes>
  <HiddenSlides>0</HiddenSlides>
  <MMClips>0</MMClips>
  <ScaleCrop>false</ScaleCrop>
  <HeadingPairs>
    <vt:vector size="6" baseType="variant">
      <vt:variant>
        <vt:lpstr>גופנים בשימוש</vt:lpstr>
      </vt:variant>
      <vt:variant>
        <vt:i4>7</vt:i4>
      </vt:variant>
      <vt:variant>
        <vt:lpstr>ערכת נושא</vt:lpstr>
      </vt:variant>
      <vt:variant>
        <vt:i4>1</vt:i4>
      </vt:variant>
      <vt:variant>
        <vt:lpstr>כותרות שקופיות</vt:lpstr>
      </vt:variant>
      <vt:variant>
        <vt:i4>1</vt:i4>
      </vt:variant>
    </vt:vector>
  </HeadingPairs>
  <TitlesOfParts>
    <vt:vector size="9" baseType="lpstr">
      <vt:lpstr>Aptos</vt:lpstr>
      <vt:lpstr>Arial</vt:lpstr>
      <vt:lpstr>Calibri</vt:lpstr>
      <vt:lpstr>Calibri Light</vt:lpstr>
      <vt:lpstr>Cambria Math</vt:lpstr>
      <vt:lpstr>Open Sans Hebrew</vt:lpstr>
      <vt:lpstr>Wingdings</vt:lpstr>
      <vt:lpstr>Office Theme</vt:lpstr>
      <vt:lpstr>מצגת של PowerPoint‏</vt:lpstr>
    </vt:vector>
  </TitlesOfParts>
  <Company>tau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Galit Botzer</dc:creator>
  <cp:lastModifiedBy>לירן גלמידי</cp:lastModifiedBy>
  <cp:revision>67</cp:revision>
  <cp:lastPrinted>2019-12-23T14:46:09Z</cp:lastPrinted>
  <dcterms:created xsi:type="dcterms:W3CDTF">2019-12-02T06:50:52Z</dcterms:created>
  <dcterms:modified xsi:type="dcterms:W3CDTF">2025-01-31T21:04:51Z</dcterms:modified>
</cp:coreProperties>
</file>